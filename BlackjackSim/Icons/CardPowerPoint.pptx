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</p:sldIdLst>
  <p:sldSz cx="6858000" cy="12192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2E0A"/>
    <a:srgbClr val="EC300A"/>
    <a:srgbClr val="D12A09"/>
    <a:srgbClr val="B82508"/>
    <a:srgbClr val="F5320B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6" autoAdjust="0"/>
    <p:restoredTop sz="94660"/>
  </p:normalViewPr>
  <p:slideViewPr>
    <p:cSldViewPr snapToGrid="0">
      <p:cViewPr varScale="1">
        <p:scale>
          <a:sx n="60" d="100"/>
          <a:sy n="60" d="100"/>
        </p:scale>
        <p:origin x="295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D34BF-7D6D-7D2B-795B-47189F19F6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8590AF-9888-C1EA-BC16-8B28C41AB2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E5921-A89B-4B05-7888-FC279C6D9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E3291-9801-4FC7-995E-BA7133411AA7}" type="datetimeFigureOut">
              <a:rPr lang="en-US" smtClean="0"/>
              <a:t>7/23/2025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88C0E-9721-7296-A856-A5AC21C80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78FBC-6965-B324-CF0F-08806EE25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E869-9DE3-4D7D-AF3B-4151D90F1C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998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DD3F8-9021-ADF6-C915-818546BB3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CE12E-4BDD-650F-5A0D-5B5A1FB7A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CEDD6-8837-2D78-DFE3-0749D77E1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E3291-9801-4FC7-995E-BA7133411AA7}" type="datetimeFigureOut">
              <a:rPr lang="en-US" smtClean="0"/>
              <a:t>7/23/2025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485BD-A9A0-7FF0-E6E6-9D5415B54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14982-2408-8399-44D6-474929B8D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E869-9DE3-4D7D-AF3B-4151D90F1C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399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EF0C0-2EDF-7599-B1EA-D80E8C8E4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BB6C6-EDC6-D2CA-28E0-30C7E38DA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EF824-90AB-6E6C-27AB-072A1AA0D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E3291-9801-4FC7-995E-BA7133411AA7}" type="datetimeFigureOut">
              <a:rPr lang="en-US" smtClean="0"/>
              <a:t>7/23/2025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11AEC-4F7E-6AA6-8AA5-91CBFF88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9D679-49A8-6194-FECC-2532F23C0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E869-9DE3-4D7D-AF3B-4151D90F1C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52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1BBC4-4508-0216-0887-4941796FB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204E4-59FF-281B-4A89-01AE02B190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00EEC9-0645-C417-B816-BF06CDF53E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4E6E97-73BB-6590-B383-B1DED60A0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E3291-9801-4FC7-995E-BA7133411AA7}" type="datetimeFigureOut">
              <a:rPr lang="en-US" smtClean="0"/>
              <a:t>7/23/2025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DB1259-002D-DDC4-9059-816BBEBBE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20CBD8-722B-8D5C-D50D-2B13E373D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E869-9DE3-4D7D-AF3B-4151D90F1C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305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B30CD-54FB-7863-6857-4EF0FE0A4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E0195-5C56-7F50-2347-0E15D9A60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67EE1-FABC-2391-94F3-0EE459F6FE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3E85A7-C356-2B08-10B2-2557ED1338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9B1F65-156F-9CDB-6248-340EA57ED5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E8FE02-0F78-F61D-2B53-528564757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E3291-9801-4FC7-995E-BA7133411AA7}" type="datetimeFigureOut">
              <a:rPr lang="en-US" smtClean="0"/>
              <a:t>7/23/2025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147BB4-9DCC-972F-D7B1-258154F99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F94DFD-9126-7161-4764-52508518C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E869-9DE3-4D7D-AF3B-4151D90F1C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351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BEF6-0384-9376-2BBD-D86A96DF6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F14553-71AA-9317-0E4C-A00C32528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E3291-9801-4FC7-995E-BA7133411AA7}" type="datetimeFigureOut">
              <a:rPr lang="en-US" smtClean="0"/>
              <a:t>7/23/2025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9477D7-FE93-CE52-7D8A-C6A9D222B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881631-C2AF-EE77-69BA-3AD2D68B9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E869-9DE3-4D7D-AF3B-4151D90F1C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796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CE77AC-786C-A33C-A119-E63312A8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E3291-9801-4FC7-995E-BA7133411AA7}" type="datetimeFigureOut">
              <a:rPr lang="en-US" smtClean="0"/>
              <a:t>7/23/2025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645425-AD01-1533-C9BC-80B554280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25CCF-1D10-B174-F249-CF8C44114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E869-9DE3-4D7D-AF3B-4151D90F1C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793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8681E-4A6E-4822-1695-CE1D9965C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1C7CC-E879-63E6-705C-0CCCE84F5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9B8A55-BC05-D530-7CA8-9C23399D4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C2E13D-18C4-0570-EBA8-781C16766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E3291-9801-4FC7-995E-BA7133411AA7}" type="datetimeFigureOut">
              <a:rPr lang="en-US" smtClean="0"/>
              <a:t>7/23/2025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465C8A-13EC-D76E-D14E-15033985E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25969-3221-EA6D-D41F-E97C71FF3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E869-9DE3-4D7D-AF3B-4151D90F1C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074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54A3A-017A-092A-1CE9-98390B718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617A4B-2982-67FD-CCB5-BD7B1B4C46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826D5A-7D05-882D-E356-1D888A527D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CC22A-49C7-5C9D-EA92-7DE53F90B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E3291-9801-4FC7-995E-BA7133411AA7}" type="datetimeFigureOut">
              <a:rPr lang="en-US" smtClean="0"/>
              <a:t>7/23/2025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B1DC49-B2B0-9CB8-3A81-5DB49871E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D527A0-8165-D1DC-4FE0-E401BEAEF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E869-9DE3-4D7D-AF3B-4151D90F1C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963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6523D-C316-4B93-C8F9-3C9F421A9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7E7B03-9931-DFD1-5AE7-2BD1A5397C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533A3-803B-3355-635D-8DF73C794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E3291-9801-4FC7-995E-BA7133411AA7}" type="datetimeFigureOut">
              <a:rPr lang="en-US" smtClean="0"/>
              <a:t>7/23/2025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17356-71B6-036E-4191-FE8A8A16D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A1744-FBE1-BB6B-4459-5BDCD1F50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E869-9DE3-4D7D-AF3B-4151D90F1C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927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F2434B-AB3E-1C3B-4137-6A6642DBAD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1E00E3-13F6-5001-E5F6-E641633FC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5F9F5-E5A7-2546-2F33-8207120CC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E3291-9801-4FC7-995E-BA7133411AA7}" type="datetimeFigureOut">
              <a:rPr lang="en-US" smtClean="0"/>
              <a:t>7/23/2025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163B9-9E67-A760-CE65-1409B72DC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51A79-6F65-C788-0D3C-160F234D3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E869-9DE3-4D7D-AF3B-4151D90F1C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326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BCC75-7BE0-3FB1-DB38-96BBA1EB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65326F-154F-1F19-28A9-3CBE2A292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0B998-1FD5-C617-3F50-15EFA4CBE2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3E3291-9801-4FC7-995E-BA7133411AA7}" type="datetimeFigureOut">
              <a:rPr lang="en-US" smtClean="0"/>
              <a:t>7/23/2025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A32D6-5D40-FC18-E84E-39337CC51E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A9904-A65F-B790-B9F8-8E0E93099D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5BE869-9DE3-4D7D-AF3B-4151D90F1C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649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, arrow&#10;&#10;AI-generated content may be incorrect.">
            <a:extLst>
              <a:ext uri="{FF2B5EF4-FFF2-40B4-BE49-F238E27FC236}">
                <a16:creationId xmlns:a16="http://schemas.microsoft.com/office/drawing/2014/main" id="{26AE6167-EAE6-110D-A207-FDA2FC4B45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92" y="336545"/>
            <a:ext cx="1219540" cy="1219540"/>
          </a:xfrm>
          <a:prstGeom prst="rect">
            <a:avLst/>
          </a:prstGeom>
        </p:spPr>
      </p:pic>
      <p:pic>
        <p:nvPicPr>
          <p:cNvPr id="4" name="Picture 3" descr="Shape, arrow&#10;&#10;AI-generated content may be incorrect.">
            <a:extLst>
              <a:ext uri="{FF2B5EF4-FFF2-40B4-BE49-F238E27FC236}">
                <a16:creationId xmlns:a16="http://schemas.microsoft.com/office/drawing/2014/main" id="{F26491C5-D0CE-105C-A096-8438E1DA67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425904" y="10643598"/>
            <a:ext cx="1219540" cy="12195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453B8C-45FA-894B-B842-94F9917248B8}"/>
              </a:ext>
            </a:extLst>
          </p:cNvPr>
          <p:cNvSpPr txBox="1"/>
          <p:nvPr/>
        </p:nvSpPr>
        <p:spPr>
          <a:xfrm>
            <a:off x="2185736" y="4510950"/>
            <a:ext cx="248652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0" b="1" dirty="0"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119689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BB7BC-660C-5EB5-20E7-BC95023C8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, arrow&#10;&#10;AI-generated content may be incorrect.">
            <a:extLst>
              <a:ext uri="{FF2B5EF4-FFF2-40B4-BE49-F238E27FC236}">
                <a16:creationId xmlns:a16="http://schemas.microsoft.com/office/drawing/2014/main" id="{0776ED47-3EF2-0681-0DD4-9B5A08A47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6096000"/>
            <a:ext cx="1219540" cy="1219540"/>
          </a:xfrm>
          <a:prstGeom prst="rect">
            <a:avLst/>
          </a:prstGeom>
        </p:spPr>
      </p:pic>
      <p:pic>
        <p:nvPicPr>
          <p:cNvPr id="4" name="Picture 3" descr="Shape, arrow&#10;&#10;AI-generated content may be incorrect.">
            <a:extLst>
              <a:ext uri="{FF2B5EF4-FFF2-40B4-BE49-F238E27FC236}">
                <a16:creationId xmlns:a16="http://schemas.microsoft.com/office/drawing/2014/main" id="{F4C9DDAA-119F-31D2-539B-B4E2999347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460" y="4876460"/>
            <a:ext cx="1219540" cy="12195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00A290-3383-A5E7-EE7D-1DEDCF81CFF0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15B59E-1C90-3920-88FA-9C46D6D2550E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44051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30D4F-8A74-1C81-3D4B-34CC0863B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, arrow&#10;&#10;AI-generated content may be incorrect.">
            <a:extLst>
              <a:ext uri="{FF2B5EF4-FFF2-40B4-BE49-F238E27FC236}">
                <a16:creationId xmlns:a16="http://schemas.microsoft.com/office/drawing/2014/main" id="{109A56A4-8C8D-98C0-0F5F-7923BC1031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230" y="7339093"/>
            <a:ext cx="1219540" cy="1219540"/>
          </a:xfrm>
          <a:prstGeom prst="rect">
            <a:avLst/>
          </a:prstGeom>
        </p:spPr>
      </p:pic>
      <p:pic>
        <p:nvPicPr>
          <p:cNvPr id="4" name="Picture 3" descr="Shape, arrow&#10;&#10;AI-generated content may be incorrect.">
            <a:extLst>
              <a:ext uri="{FF2B5EF4-FFF2-40B4-BE49-F238E27FC236}">
                <a16:creationId xmlns:a16="http://schemas.microsoft.com/office/drawing/2014/main" id="{2FB955F0-B232-FEB3-8D26-CBFE163A7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230" y="5486230"/>
            <a:ext cx="1219540" cy="12195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FF4BC14-7657-8216-4206-384AA3B341E7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907BBE-65EF-B576-F1D7-C46F1C054BC3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pic>
        <p:nvPicPr>
          <p:cNvPr id="6" name="Picture 5" descr="Shape, arrow&#10;&#10;AI-generated content may be incorrect.">
            <a:extLst>
              <a:ext uri="{FF2B5EF4-FFF2-40B4-BE49-F238E27FC236}">
                <a16:creationId xmlns:a16="http://schemas.microsoft.com/office/drawing/2014/main" id="{EE4FC934-77CC-9EE6-96B3-67F0AF948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230" y="3633537"/>
            <a:ext cx="1219540" cy="121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621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F8A8C-80E7-35EA-5111-611FD3EBC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, arrow&#10;&#10;AI-generated content may be incorrect.">
            <a:extLst>
              <a:ext uri="{FF2B5EF4-FFF2-40B4-BE49-F238E27FC236}">
                <a16:creationId xmlns:a16="http://schemas.microsoft.com/office/drawing/2014/main" id="{ED02150A-9D9B-3DC2-3E2D-5C5C65F13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1705" y="6552690"/>
            <a:ext cx="1219540" cy="1219540"/>
          </a:xfrm>
          <a:prstGeom prst="rect">
            <a:avLst/>
          </a:prstGeom>
        </p:spPr>
      </p:pic>
      <p:pic>
        <p:nvPicPr>
          <p:cNvPr id="4" name="Picture 3" descr="Shape, arrow&#10;&#10;AI-generated content may be incorrect.">
            <a:extLst>
              <a:ext uri="{FF2B5EF4-FFF2-40B4-BE49-F238E27FC236}">
                <a16:creationId xmlns:a16="http://schemas.microsoft.com/office/drawing/2014/main" id="{333EBF9A-EF16-6DC4-D31E-290D859C1D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757" y="6552690"/>
            <a:ext cx="1219540" cy="12195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7F1FE5-96C1-A642-7829-7803DC9A92C9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3688EC-92D7-CFAD-B4AA-983B39569AFE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</a:p>
        </p:txBody>
      </p:sp>
      <p:pic>
        <p:nvPicPr>
          <p:cNvPr id="6" name="Picture 5" descr="Shape, arrow&#10;&#10;AI-generated content may be incorrect.">
            <a:extLst>
              <a:ext uri="{FF2B5EF4-FFF2-40B4-BE49-F238E27FC236}">
                <a16:creationId xmlns:a16="http://schemas.microsoft.com/office/drawing/2014/main" id="{82B606AF-E620-5C58-8FD4-B0A5DEB5A9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757" y="4419770"/>
            <a:ext cx="1219540" cy="1219540"/>
          </a:xfrm>
          <a:prstGeom prst="rect">
            <a:avLst/>
          </a:prstGeom>
        </p:spPr>
      </p:pic>
      <p:pic>
        <p:nvPicPr>
          <p:cNvPr id="7" name="Picture 6" descr="Shape, arrow&#10;&#10;AI-generated content may be incorrect.">
            <a:extLst>
              <a:ext uri="{FF2B5EF4-FFF2-40B4-BE49-F238E27FC236}">
                <a16:creationId xmlns:a16="http://schemas.microsoft.com/office/drawing/2014/main" id="{A08141D4-2E42-F045-5E29-86DB6FC9A7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1705" y="4419770"/>
            <a:ext cx="1219540" cy="121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477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4729D-8881-0F20-ECF4-B6AEA99F6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, arrow&#10;&#10;AI-generated content may be incorrect.">
            <a:extLst>
              <a:ext uri="{FF2B5EF4-FFF2-40B4-BE49-F238E27FC236}">
                <a16:creationId xmlns:a16="http://schemas.microsoft.com/office/drawing/2014/main" id="{A0085312-468D-C1B2-6153-0ECD7E9C69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0463" y="7048653"/>
            <a:ext cx="1219540" cy="1219540"/>
          </a:xfrm>
          <a:prstGeom prst="rect">
            <a:avLst/>
          </a:prstGeom>
        </p:spPr>
      </p:pic>
      <p:pic>
        <p:nvPicPr>
          <p:cNvPr id="4" name="Picture 3" descr="Shape, arrow&#10;&#10;AI-generated content may be incorrect.">
            <a:extLst>
              <a:ext uri="{FF2B5EF4-FFF2-40B4-BE49-F238E27FC236}">
                <a16:creationId xmlns:a16="http://schemas.microsoft.com/office/drawing/2014/main" id="{EC9EC424-AD16-9C3D-33E8-595C9E217A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999" y="7048653"/>
            <a:ext cx="1219540" cy="12195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FF21CE-C014-0E07-524E-FF90390D909F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BFAC1F-3E2E-D4CF-2BC2-9C8CDA5529F3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</a:p>
        </p:txBody>
      </p:sp>
      <p:pic>
        <p:nvPicPr>
          <p:cNvPr id="6" name="Picture 5" descr="Shape, arrow&#10;&#10;AI-generated content may be incorrect.">
            <a:extLst>
              <a:ext uri="{FF2B5EF4-FFF2-40B4-BE49-F238E27FC236}">
                <a16:creationId xmlns:a16="http://schemas.microsoft.com/office/drawing/2014/main" id="{37962605-2886-6C15-0984-8E51A9272F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999" y="4114885"/>
            <a:ext cx="1219540" cy="1219540"/>
          </a:xfrm>
          <a:prstGeom prst="rect">
            <a:avLst/>
          </a:prstGeom>
        </p:spPr>
      </p:pic>
      <p:pic>
        <p:nvPicPr>
          <p:cNvPr id="7" name="Picture 6" descr="Shape, arrow&#10;&#10;AI-generated content may be incorrect.">
            <a:extLst>
              <a:ext uri="{FF2B5EF4-FFF2-40B4-BE49-F238E27FC236}">
                <a16:creationId xmlns:a16="http://schemas.microsoft.com/office/drawing/2014/main" id="{76699065-E5DF-9792-8771-1261D0504F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0461" y="4114885"/>
            <a:ext cx="1219540" cy="1219540"/>
          </a:xfrm>
          <a:prstGeom prst="rect">
            <a:avLst/>
          </a:prstGeom>
        </p:spPr>
      </p:pic>
      <p:pic>
        <p:nvPicPr>
          <p:cNvPr id="8" name="Picture 7" descr="Shape, arrow&#10;&#10;AI-generated content may be incorrect.">
            <a:extLst>
              <a:ext uri="{FF2B5EF4-FFF2-40B4-BE49-F238E27FC236}">
                <a16:creationId xmlns:a16="http://schemas.microsoft.com/office/drawing/2014/main" id="{72293B77-8E80-11D0-34EB-8948405A32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230" y="5646651"/>
            <a:ext cx="1219540" cy="121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744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1C855-F7CB-66F4-D69B-5F63B3A41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, arrow&#10;&#10;AI-generated content may be incorrect.">
            <a:extLst>
              <a:ext uri="{FF2B5EF4-FFF2-40B4-BE49-F238E27FC236}">
                <a16:creationId xmlns:a16="http://schemas.microsoft.com/office/drawing/2014/main" id="{71DDD5C2-18D3-1105-4EEC-B2AE19DBA1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0461" y="7586149"/>
            <a:ext cx="1219540" cy="1219540"/>
          </a:xfrm>
          <a:prstGeom prst="rect">
            <a:avLst/>
          </a:prstGeom>
        </p:spPr>
      </p:pic>
      <p:pic>
        <p:nvPicPr>
          <p:cNvPr id="4" name="Picture 3" descr="Shape, arrow&#10;&#10;AI-generated content may be incorrect.">
            <a:extLst>
              <a:ext uri="{FF2B5EF4-FFF2-40B4-BE49-F238E27FC236}">
                <a16:creationId xmlns:a16="http://schemas.microsoft.com/office/drawing/2014/main" id="{A45B09A8-E26E-C0F2-C757-0444FD955D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997" y="7595852"/>
            <a:ext cx="1219540" cy="12195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2CC32B-7EAE-949A-8604-4A523EA8B2A5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D8A674-F6F4-D6F6-C5FC-97320FB19390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6</a:t>
            </a:r>
          </a:p>
        </p:txBody>
      </p:sp>
      <p:pic>
        <p:nvPicPr>
          <p:cNvPr id="6" name="Picture 5" descr="Shape, arrow&#10;&#10;AI-generated content may be incorrect.">
            <a:extLst>
              <a:ext uri="{FF2B5EF4-FFF2-40B4-BE49-F238E27FC236}">
                <a16:creationId xmlns:a16="http://schemas.microsoft.com/office/drawing/2014/main" id="{043C3336-BAF8-DA22-CC56-F2828FE560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997" y="3376608"/>
            <a:ext cx="1219540" cy="1219540"/>
          </a:xfrm>
          <a:prstGeom prst="rect">
            <a:avLst/>
          </a:prstGeom>
        </p:spPr>
      </p:pic>
      <p:pic>
        <p:nvPicPr>
          <p:cNvPr id="7" name="Picture 6" descr="Shape, arrow&#10;&#10;AI-generated content may be incorrect.">
            <a:extLst>
              <a:ext uri="{FF2B5EF4-FFF2-40B4-BE49-F238E27FC236}">
                <a16:creationId xmlns:a16="http://schemas.microsoft.com/office/drawing/2014/main" id="{CFB282C6-602C-CA7D-0F10-21C1CE09E2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0461" y="3386311"/>
            <a:ext cx="1219540" cy="1219540"/>
          </a:xfrm>
          <a:prstGeom prst="rect">
            <a:avLst/>
          </a:prstGeom>
        </p:spPr>
      </p:pic>
      <p:pic>
        <p:nvPicPr>
          <p:cNvPr id="8" name="Picture 7" descr="Shape, arrow&#10;&#10;AI-generated content may be incorrect.">
            <a:extLst>
              <a:ext uri="{FF2B5EF4-FFF2-40B4-BE49-F238E27FC236}">
                <a16:creationId xmlns:a16="http://schemas.microsoft.com/office/drawing/2014/main" id="{902D3911-1A43-15F7-1C31-D89C9B5E8E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997" y="5486230"/>
            <a:ext cx="1219540" cy="1219540"/>
          </a:xfrm>
          <a:prstGeom prst="rect">
            <a:avLst/>
          </a:prstGeom>
        </p:spPr>
      </p:pic>
      <p:pic>
        <p:nvPicPr>
          <p:cNvPr id="9" name="Picture 8" descr="Shape, arrow&#10;&#10;AI-generated content may be incorrect.">
            <a:extLst>
              <a:ext uri="{FF2B5EF4-FFF2-40B4-BE49-F238E27FC236}">
                <a16:creationId xmlns:a16="http://schemas.microsoft.com/office/drawing/2014/main" id="{90B46583-18B9-3F7B-F85A-74B8A194F3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0461" y="5486230"/>
            <a:ext cx="1219540" cy="121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822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B0D7B-DF46-7CF7-190F-7DDAAF878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, arrow&#10;&#10;AI-generated content may be incorrect.">
            <a:extLst>
              <a:ext uri="{FF2B5EF4-FFF2-40B4-BE49-F238E27FC236}">
                <a16:creationId xmlns:a16="http://schemas.microsoft.com/office/drawing/2014/main" id="{21A2AB33-9537-ACA0-AA74-E3F582CDA1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0461" y="7586149"/>
            <a:ext cx="1219540" cy="1219540"/>
          </a:xfrm>
          <a:prstGeom prst="rect">
            <a:avLst/>
          </a:prstGeom>
        </p:spPr>
      </p:pic>
      <p:pic>
        <p:nvPicPr>
          <p:cNvPr id="4" name="Picture 3" descr="Shape, arrow&#10;&#10;AI-generated content may be incorrect.">
            <a:extLst>
              <a:ext uri="{FF2B5EF4-FFF2-40B4-BE49-F238E27FC236}">
                <a16:creationId xmlns:a16="http://schemas.microsoft.com/office/drawing/2014/main" id="{CB98DE6F-AC9C-7402-F9DD-1F25F4CF2F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997" y="7595852"/>
            <a:ext cx="1219540" cy="12195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F72F7B-1C1F-9CF7-581C-ADC82225CF44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363F79-7792-B8EC-49F2-5D84BD83A109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7</a:t>
            </a:r>
          </a:p>
        </p:txBody>
      </p:sp>
      <p:pic>
        <p:nvPicPr>
          <p:cNvPr id="6" name="Picture 5" descr="Shape, arrow&#10;&#10;AI-generated content may be incorrect.">
            <a:extLst>
              <a:ext uri="{FF2B5EF4-FFF2-40B4-BE49-F238E27FC236}">
                <a16:creationId xmlns:a16="http://schemas.microsoft.com/office/drawing/2014/main" id="{E5A3FBFE-096C-381B-F4FD-E7D90099FB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997" y="3376608"/>
            <a:ext cx="1219540" cy="1219540"/>
          </a:xfrm>
          <a:prstGeom prst="rect">
            <a:avLst/>
          </a:prstGeom>
        </p:spPr>
      </p:pic>
      <p:pic>
        <p:nvPicPr>
          <p:cNvPr id="7" name="Picture 6" descr="Shape, arrow&#10;&#10;AI-generated content may be incorrect.">
            <a:extLst>
              <a:ext uri="{FF2B5EF4-FFF2-40B4-BE49-F238E27FC236}">
                <a16:creationId xmlns:a16="http://schemas.microsoft.com/office/drawing/2014/main" id="{5E6B1359-965B-C88F-E73C-66C7B1954B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0461" y="3386311"/>
            <a:ext cx="1219540" cy="1219540"/>
          </a:xfrm>
          <a:prstGeom prst="rect">
            <a:avLst/>
          </a:prstGeom>
        </p:spPr>
      </p:pic>
      <p:pic>
        <p:nvPicPr>
          <p:cNvPr id="8" name="Picture 7" descr="Shape, arrow&#10;&#10;AI-generated content may be incorrect.">
            <a:extLst>
              <a:ext uri="{FF2B5EF4-FFF2-40B4-BE49-F238E27FC236}">
                <a16:creationId xmlns:a16="http://schemas.microsoft.com/office/drawing/2014/main" id="{14BE0C0C-04B2-59B3-BAC2-B0D967C694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27" y="5486230"/>
            <a:ext cx="1219540" cy="1219540"/>
          </a:xfrm>
          <a:prstGeom prst="rect">
            <a:avLst/>
          </a:prstGeom>
        </p:spPr>
      </p:pic>
      <p:pic>
        <p:nvPicPr>
          <p:cNvPr id="9" name="Picture 8" descr="Shape, arrow&#10;&#10;AI-generated content may be incorrect.">
            <a:extLst>
              <a:ext uri="{FF2B5EF4-FFF2-40B4-BE49-F238E27FC236}">
                <a16:creationId xmlns:a16="http://schemas.microsoft.com/office/drawing/2014/main" id="{C9F6C682-A5AC-A5A8-47DE-83DE1A925F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233" y="5511294"/>
            <a:ext cx="1219540" cy="1219540"/>
          </a:xfrm>
          <a:prstGeom prst="rect">
            <a:avLst/>
          </a:prstGeom>
        </p:spPr>
      </p:pic>
      <p:pic>
        <p:nvPicPr>
          <p:cNvPr id="10" name="Picture 9" descr="Shape, arrow&#10;&#10;AI-generated content may be incorrect.">
            <a:extLst>
              <a:ext uri="{FF2B5EF4-FFF2-40B4-BE49-F238E27FC236}">
                <a16:creationId xmlns:a16="http://schemas.microsoft.com/office/drawing/2014/main" id="{3D21C8D3-C69B-D0AF-02E2-B5C08C1D85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230" y="5511294"/>
            <a:ext cx="1219540" cy="121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901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96270-A7D1-5A7A-39B6-DA00BBD00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, arrow&#10;&#10;AI-generated content may be incorrect.">
            <a:extLst>
              <a:ext uri="{FF2B5EF4-FFF2-40B4-BE49-F238E27FC236}">
                <a16:creationId xmlns:a16="http://schemas.microsoft.com/office/drawing/2014/main" id="{7E774363-FA55-E823-BE64-C032BEA028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773" y="7514045"/>
            <a:ext cx="1219540" cy="1219540"/>
          </a:xfrm>
          <a:prstGeom prst="rect">
            <a:avLst/>
          </a:prstGeom>
        </p:spPr>
      </p:pic>
      <p:pic>
        <p:nvPicPr>
          <p:cNvPr id="4" name="Picture 3" descr="Shape, arrow&#10;&#10;AI-generated content may be incorrect.">
            <a:extLst>
              <a:ext uri="{FF2B5EF4-FFF2-40B4-BE49-F238E27FC236}">
                <a16:creationId xmlns:a16="http://schemas.microsoft.com/office/drawing/2014/main" id="{C7C3F304-7551-FE61-1F01-C5563D3007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27" y="7514045"/>
            <a:ext cx="1219540" cy="12195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ED652E-25B1-3842-CC43-E6233D050BB9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CBE612-2252-A934-DB0D-2193FA8DA1E0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8</a:t>
            </a:r>
          </a:p>
        </p:txBody>
      </p:sp>
      <p:pic>
        <p:nvPicPr>
          <p:cNvPr id="6" name="Picture 5" descr="Shape, arrow&#10;&#10;AI-generated content may be incorrect.">
            <a:extLst>
              <a:ext uri="{FF2B5EF4-FFF2-40B4-BE49-F238E27FC236}">
                <a16:creationId xmlns:a16="http://schemas.microsoft.com/office/drawing/2014/main" id="{6925E881-3253-49E2-6913-5D394F27C4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27" y="3656920"/>
            <a:ext cx="1219540" cy="1219540"/>
          </a:xfrm>
          <a:prstGeom prst="rect">
            <a:avLst/>
          </a:prstGeom>
        </p:spPr>
      </p:pic>
      <p:pic>
        <p:nvPicPr>
          <p:cNvPr id="7" name="Picture 6" descr="Shape, arrow&#10;&#10;AI-generated content may be incorrect.">
            <a:extLst>
              <a:ext uri="{FF2B5EF4-FFF2-40B4-BE49-F238E27FC236}">
                <a16:creationId xmlns:a16="http://schemas.microsoft.com/office/drawing/2014/main" id="{6459B2A0-ACBD-0C02-7F50-19472E64D5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231" y="3656920"/>
            <a:ext cx="1219540" cy="1219540"/>
          </a:xfrm>
          <a:prstGeom prst="rect">
            <a:avLst/>
          </a:prstGeom>
        </p:spPr>
      </p:pic>
      <p:pic>
        <p:nvPicPr>
          <p:cNvPr id="8" name="Picture 7" descr="Shape, arrow&#10;&#10;AI-generated content may be incorrect.">
            <a:extLst>
              <a:ext uri="{FF2B5EF4-FFF2-40B4-BE49-F238E27FC236}">
                <a16:creationId xmlns:a16="http://schemas.microsoft.com/office/drawing/2014/main" id="{940B56DB-CC7C-F0E8-D2DB-1D3571ED84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757" y="5486230"/>
            <a:ext cx="1219540" cy="1219540"/>
          </a:xfrm>
          <a:prstGeom prst="rect">
            <a:avLst/>
          </a:prstGeom>
        </p:spPr>
      </p:pic>
      <p:pic>
        <p:nvPicPr>
          <p:cNvPr id="9" name="Picture 8" descr="Shape, arrow&#10;&#10;AI-generated content may be incorrect.">
            <a:extLst>
              <a:ext uri="{FF2B5EF4-FFF2-40B4-BE49-F238E27FC236}">
                <a16:creationId xmlns:a16="http://schemas.microsoft.com/office/drawing/2014/main" id="{CC55F136-757A-CAD1-FCB8-41C9C7B8C3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1705" y="5486230"/>
            <a:ext cx="1219540" cy="1219540"/>
          </a:xfrm>
          <a:prstGeom prst="rect">
            <a:avLst/>
          </a:prstGeom>
        </p:spPr>
      </p:pic>
      <p:pic>
        <p:nvPicPr>
          <p:cNvPr id="10" name="Picture 9" descr="Shape, arrow&#10;&#10;AI-generated content may be incorrect.">
            <a:extLst>
              <a:ext uri="{FF2B5EF4-FFF2-40B4-BE49-F238E27FC236}">
                <a16:creationId xmlns:a16="http://schemas.microsoft.com/office/drawing/2014/main" id="{6FCD0E0C-EA91-4A6E-1C4D-7D6A9FC99C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773" y="3656920"/>
            <a:ext cx="1219540" cy="1219540"/>
          </a:xfrm>
          <a:prstGeom prst="rect">
            <a:avLst/>
          </a:prstGeom>
        </p:spPr>
      </p:pic>
      <p:pic>
        <p:nvPicPr>
          <p:cNvPr id="11" name="Picture 10" descr="Shape, arrow&#10;&#10;AI-generated content may be incorrect.">
            <a:extLst>
              <a:ext uri="{FF2B5EF4-FFF2-40B4-BE49-F238E27FC236}">
                <a16:creationId xmlns:a16="http://schemas.microsoft.com/office/drawing/2014/main" id="{C93EFCBC-0481-52AE-7B30-D3280DD8A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231" y="7514045"/>
            <a:ext cx="1219540" cy="121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014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E4448-0DCD-24AC-223C-E4F7DC88C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, arrow&#10;&#10;AI-generated content may be incorrect.">
            <a:extLst>
              <a:ext uri="{FF2B5EF4-FFF2-40B4-BE49-F238E27FC236}">
                <a16:creationId xmlns:a16="http://schemas.microsoft.com/office/drawing/2014/main" id="{A8017F68-C689-6EFB-515B-B106470B4F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773" y="7514045"/>
            <a:ext cx="1219540" cy="1219540"/>
          </a:xfrm>
          <a:prstGeom prst="rect">
            <a:avLst/>
          </a:prstGeom>
        </p:spPr>
      </p:pic>
      <p:pic>
        <p:nvPicPr>
          <p:cNvPr id="4" name="Picture 3" descr="Shape, arrow&#10;&#10;AI-generated content may be incorrect.">
            <a:extLst>
              <a:ext uri="{FF2B5EF4-FFF2-40B4-BE49-F238E27FC236}">
                <a16:creationId xmlns:a16="http://schemas.microsoft.com/office/drawing/2014/main" id="{DA209DAC-DEA0-88CC-4F19-23F46B82D3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27" y="7514045"/>
            <a:ext cx="1219540" cy="12195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3A0695-3612-C166-A6C1-97498A286FC9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E9C3B2-4892-B678-08B2-9AFF842627E4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9</a:t>
            </a:r>
          </a:p>
        </p:txBody>
      </p:sp>
      <p:pic>
        <p:nvPicPr>
          <p:cNvPr id="6" name="Picture 5" descr="Shape, arrow&#10;&#10;AI-generated content may be incorrect.">
            <a:extLst>
              <a:ext uri="{FF2B5EF4-FFF2-40B4-BE49-F238E27FC236}">
                <a16:creationId xmlns:a16="http://schemas.microsoft.com/office/drawing/2014/main" id="{44D7568A-E411-6F8D-5B95-2A9A200CA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27" y="3656920"/>
            <a:ext cx="1219540" cy="1219540"/>
          </a:xfrm>
          <a:prstGeom prst="rect">
            <a:avLst/>
          </a:prstGeom>
        </p:spPr>
      </p:pic>
      <p:pic>
        <p:nvPicPr>
          <p:cNvPr id="7" name="Picture 6" descr="Shape, arrow&#10;&#10;AI-generated content may be incorrect.">
            <a:extLst>
              <a:ext uri="{FF2B5EF4-FFF2-40B4-BE49-F238E27FC236}">
                <a16:creationId xmlns:a16="http://schemas.microsoft.com/office/drawing/2014/main" id="{074A4148-CD50-9D99-E68C-EBC965CA57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231" y="3656920"/>
            <a:ext cx="1219540" cy="1219540"/>
          </a:xfrm>
          <a:prstGeom prst="rect">
            <a:avLst/>
          </a:prstGeom>
        </p:spPr>
      </p:pic>
      <p:pic>
        <p:nvPicPr>
          <p:cNvPr id="8" name="Picture 7" descr="Shape, arrow&#10;&#10;AI-generated content may be incorrect.">
            <a:extLst>
              <a:ext uri="{FF2B5EF4-FFF2-40B4-BE49-F238E27FC236}">
                <a16:creationId xmlns:a16="http://schemas.microsoft.com/office/drawing/2014/main" id="{A5BE0B14-9A26-0B59-1342-B48ECC00F0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27" y="5585482"/>
            <a:ext cx="1219540" cy="1219540"/>
          </a:xfrm>
          <a:prstGeom prst="rect">
            <a:avLst/>
          </a:prstGeom>
        </p:spPr>
      </p:pic>
      <p:pic>
        <p:nvPicPr>
          <p:cNvPr id="9" name="Picture 8" descr="Shape, arrow&#10;&#10;AI-generated content may be incorrect.">
            <a:extLst>
              <a:ext uri="{FF2B5EF4-FFF2-40B4-BE49-F238E27FC236}">
                <a16:creationId xmlns:a16="http://schemas.microsoft.com/office/drawing/2014/main" id="{67B4520C-9CFB-CCCA-44AB-801EDCECBE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773" y="5585482"/>
            <a:ext cx="1219540" cy="1219540"/>
          </a:xfrm>
          <a:prstGeom prst="rect">
            <a:avLst/>
          </a:prstGeom>
        </p:spPr>
      </p:pic>
      <p:pic>
        <p:nvPicPr>
          <p:cNvPr id="10" name="Picture 9" descr="Shape, arrow&#10;&#10;AI-generated content may be incorrect.">
            <a:extLst>
              <a:ext uri="{FF2B5EF4-FFF2-40B4-BE49-F238E27FC236}">
                <a16:creationId xmlns:a16="http://schemas.microsoft.com/office/drawing/2014/main" id="{7C33B041-6C16-B3B8-7966-49473A7617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773" y="3656920"/>
            <a:ext cx="1219540" cy="1219540"/>
          </a:xfrm>
          <a:prstGeom prst="rect">
            <a:avLst/>
          </a:prstGeom>
        </p:spPr>
      </p:pic>
      <p:pic>
        <p:nvPicPr>
          <p:cNvPr id="11" name="Picture 10" descr="Shape, arrow&#10;&#10;AI-generated content may be incorrect.">
            <a:extLst>
              <a:ext uri="{FF2B5EF4-FFF2-40B4-BE49-F238E27FC236}">
                <a16:creationId xmlns:a16="http://schemas.microsoft.com/office/drawing/2014/main" id="{C773A930-CA1E-E83D-AD51-E812C74E1C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231" y="7514045"/>
            <a:ext cx="1219540" cy="1219540"/>
          </a:xfrm>
          <a:prstGeom prst="rect">
            <a:avLst/>
          </a:prstGeom>
        </p:spPr>
      </p:pic>
      <p:pic>
        <p:nvPicPr>
          <p:cNvPr id="12" name="Picture 11" descr="Shape, arrow&#10;&#10;AI-generated content may be incorrect.">
            <a:extLst>
              <a:ext uri="{FF2B5EF4-FFF2-40B4-BE49-F238E27FC236}">
                <a16:creationId xmlns:a16="http://schemas.microsoft.com/office/drawing/2014/main" id="{FE71E97A-7E74-4041-D29D-E46D2E3A86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231" y="5585482"/>
            <a:ext cx="1219540" cy="121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817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30AE8-B88E-6DE6-CAAA-2301881A4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, arrow&#10;&#10;AI-generated content may be incorrect.">
            <a:extLst>
              <a:ext uri="{FF2B5EF4-FFF2-40B4-BE49-F238E27FC236}">
                <a16:creationId xmlns:a16="http://schemas.microsoft.com/office/drawing/2014/main" id="{5A18CE60-30CA-4F92-8096-6E6EA8EE2B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230" y="6805022"/>
            <a:ext cx="1219540" cy="1219540"/>
          </a:xfrm>
          <a:prstGeom prst="rect">
            <a:avLst/>
          </a:prstGeom>
        </p:spPr>
      </p:pic>
      <p:pic>
        <p:nvPicPr>
          <p:cNvPr id="4" name="Picture 3" descr="Shape, arrow&#10;&#10;AI-generated content may be incorrect.">
            <a:extLst>
              <a:ext uri="{FF2B5EF4-FFF2-40B4-BE49-F238E27FC236}">
                <a16:creationId xmlns:a16="http://schemas.microsoft.com/office/drawing/2014/main" id="{A05D821D-2F5E-5CA9-3499-44919108C0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27" y="7514045"/>
            <a:ext cx="1219540" cy="12195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E31E62-997A-62FB-8558-E2B222EB7670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C2FB4A-1A3C-05F4-09F4-8B28A5FCC5C1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</a:p>
        </p:txBody>
      </p:sp>
      <p:pic>
        <p:nvPicPr>
          <p:cNvPr id="6" name="Picture 5" descr="Shape, arrow&#10;&#10;AI-generated content may be incorrect.">
            <a:extLst>
              <a:ext uri="{FF2B5EF4-FFF2-40B4-BE49-F238E27FC236}">
                <a16:creationId xmlns:a16="http://schemas.microsoft.com/office/drawing/2014/main" id="{0130428B-84F3-4DB4-E134-B22682732F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27" y="3656920"/>
            <a:ext cx="1219540" cy="1219540"/>
          </a:xfrm>
          <a:prstGeom prst="rect">
            <a:avLst/>
          </a:prstGeom>
        </p:spPr>
      </p:pic>
      <p:pic>
        <p:nvPicPr>
          <p:cNvPr id="7" name="Picture 6" descr="Shape, arrow&#10;&#10;AI-generated content may be incorrect.">
            <a:extLst>
              <a:ext uri="{FF2B5EF4-FFF2-40B4-BE49-F238E27FC236}">
                <a16:creationId xmlns:a16="http://schemas.microsoft.com/office/drawing/2014/main" id="{310AFB5E-44FE-9744-6B18-679D75B4E7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231" y="3656920"/>
            <a:ext cx="1219540" cy="1219540"/>
          </a:xfrm>
          <a:prstGeom prst="rect">
            <a:avLst/>
          </a:prstGeom>
        </p:spPr>
      </p:pic>
      <p:pic>
        <p:nvPicPr>
          <p:cNvPr id="8" name="Picture 7" descr="Shape, arrow&#10;&#10;AI-generated content may be incorrect.">
            <a:extLst>
              <a:ext uri="{FF2B5EF4-FFF2-40B4-BE49-F238E27FC236}">
                <a16:creationId xmlns:a16="http://schemas.microsoft.com/office/drawing/2014/main" id="{8A3E6BB2-396C-57D1-9B04-DAC163673D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27" y="5585482"/>
            <a:ext cx="1219540" cy="1219540"/>
          </a:xfrm>
          <a:prstGeom prst="rect">
            <a:avLst/>
          </a:prstGeom>
        </p:spPr>
      </p:pic>
      <p:pic>
        <p:nvPicPr>
          <p:cNvPr id="9" name="Picture 8" descr="Shape, arrow&#10;&#10;AI-generated content may be incorrect.">
            <a:extLst>
              <a:ext uri="{FF2B5EF4-FFF2-40B4-BE49-F238E27FC236}">
                <a16:creationId xmlns:a16="http://schemas.microsoft.com/office/drawing/2014/main" id="{7363D1AE-5897-7872-D98F-7EB540B377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230" y="4677518"/>
            <a:ext cx="1219540" cy="1219540"/>
          </a:xfrm>
          <a:prstGeom prst="rect">
            <a:avLst/>
          </a:prstGeom>
        </p:spPr>
      </p:pic>
      <p:pic>
        <p:nvPicPr>
          <p:cNvPr id="10" name="Picture 9" descr="Shape, arrow&#10;&#10;AI-generated content may be incorrect.">
            <a:extLst>
              <a:ext uri="{FF2B5EF4-FFF2-40B4-BE49-F238E27FC236}">
                <a16:creationId xmlns:a16="http://schemas.microsoft.com/office/drawing/2014/main" id="{77CF2661-008E-3AF4-3A8B-FED28FF40A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230" y="2550014"/>
            <a:ext cx="1219540" cy="1219540"/>
          </a:xfrm>
          <a:prstGeom prst="rect">
            <a:avLst/>
          </a:prstGeom>
        </p:spPr>
      </p:pic>
      <p:pic>
        <p:nvPicPr>
          <p:cNvPr id="11" name="Picture 10" descr="Shape, arrow&#10;&#10;AI-generated content may be incorrect.">
            <a:extLst>
              <a:ext uri="{FF2B5EF4-FFF2-40B4-BE49-F238E27FC236}">
                <a16:creationId xmlns:a16="http://schemas.microsoft.com/office/drawing/2014/main" id="{D57E631D-164A-39BB-A7F5-127BC96922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231" y="7514045"/>
            <a:ext cx="1219540" cy="1219540"/>
          </a:xfrm>
          <a:prstGeom prst="rect">
            <a:avLst/>
          </a:prstGeom>
        </p:spPr>
      </p:pic>
      <p:pic>
        <p:nvPicPr>
          <p:cNvPr id="12" name="Picture 11" descr="Shape, arrow&#10;&#10;AI-generated content may be incorrect.">
            <a:extLst>
              <a:ext uri="{FF2B5EF4-FFF2-40B4-BE49-F238E27FC236}">
                <a16:creationId xmlns:a16="http://schemas.microsoft.com/office/drawing/2014/main" id="{3EA604D8-2CEC-C5B0-A865-54C7AEA59D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231" y="5585482"/>
            <a:ext cx="1219540" cy="1219540"/>
          </a:xfrm>
          <a:prstGeom prst="rect">
            <a:avLst/>
          </a:prstGeom>
        </p:spPr>
      </p:pic>
      <p:pic>
        <p:nvPicPr>
          <p:cNvPr id="13" name="Picture 12" descr="Shape, arrow&#10;&#10;AI-generated content may be incorrect.">
            <a:extLst>
              <a:ext uri="{FF2B5EF4-FFF2-40B4-BE49-F238E27FC236}">
                <a16:creationId xmlns:a16="http://schemas.microsoft.com/office/drawing/2014/main" id="{1E15DDC1-4176-2A6D-3D25-CD8478EDC2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228" y="8571803"/>
            <a:ext cx="1219540" cy="121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71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C5516-BC85-25AC-4E60-38A36E62E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85903CC-D6F6-4642-1D81-60C71F034DF0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J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BAAE64-F1DE-BFE6-FF0A-987F50324DAC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J</a:t>
            </a:r>
          </a:p>
        </p:txBody>
      </p:sp>
      <p:pic>
        <p:nvPicPr>
          <p:cNvPr id="14" name="Picture 13" descr="Shape, arrow&#10;&#10;AI-generated content may be incorrect.">
            <a:extLst>
              <a:ext uri="{FF2B5EF4-FFF2-40B4-BE49-F238E27FC236}">
                <a16:creationId xmlns:a16="http://schemas.microsoft.com/office/drawing/2014/main" id="{B34FB003-133D-8EED-5E0B-F2C4DF383D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757" y="590558"/>
            <a:ext cx="1219540" cy="1219540"/>
          </a:xfrm>
          <a:prstGeom prst="rect">
            <a:avLst/>
          </a:prstGeom>
        </p:spPr>
      </p:pic>
      <p:pic>
        <p:nvPicPr>
          <p:cNvPr id="15" name="Picture 14" descr="Shape, arrow&#10;&#10;AI-generated content may be incorrect.">
            <a:extLst>
              <a:ext uri="{FF2B5EF4-FFF2-40B4-BE49-F238E27FC236}">
                <a16:creationId xmlns:a16="http://schemas.microsoft.com/office/drawing/2014/main" id="{DB65DD49-8492-63D5-92A9-4404244297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761702" y="10381901"/>
            <a:ext cx="1219540" cy="1219540"/>
          </a:xfrm>
          <a:prstGeom prst="rect">
            <a:avLst/>
          </a:prstGeom>
        </p:spPr>
      </p:pic>
      <p:pic>
        <p:nvPicPr>
          <p:cNvPr id="2056" name="Picture 8" descr="Knight armor helmet illustration hi-res stock photography and images - Alamy">
            <a:extLst>
              <a:ext uri="{FF2B5EF4-FFF2-40B4-BE49-F238E27FC236}">
                <a16:creationId xmlns:a16="http://schemas.microsoft.com/office/drawing/2014/main" id="{472E80C8-4771-3F6F-B753-06E5FCF6EA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55"/>
          <a:stretch>
            <a:fillRect/>
          </a:stretch>
        </p:blipFill>
        <p:spPr bwMode="auto">
          <a:xfrm>
            <a:off x="1296294" y="2929551"/>
            <a:ext cx="4265411" cy="6332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9354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64ADB-4DA1-85E0-9854-B881A6D6B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719EBF6-816B-45D6-CBBB-7FA6DE2A0BD5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Q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6BFBF1-3B55-0E5B-D2EC-B03394EF1412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Q</a:t>
            </a:r>
          </a:p>
        </p:txBody>
      </p:sp>
      <p:pic>
        <p:nvPicPr>
          <p:cNvPr id="14" name="Picture 13" descr="Shape, arrow&#10;&#10;AI-generated content may be incorrect.">
            <a:extLst>
              <a:ext uri="{FF2B5EF4-FFF2-40B4-BE49-F238E27FC236}">
                <a16:creationId xmlns:a16="http://schemas.microsoft.com/office/drawing/2014/main" id="{5B8C6E64-140E-4B2C-51E8-4CB8EC49B8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460" y="590558"/>
            <a:ext cx="1219540" cy="1219540"/>
          </a:xfrm>
          <a:prstGeom prst="rect">
            <a:avLst/>
          </a:prstGeom>
        </p:spPr>
      </p:pic>
      <p:pic>
        <p:nvPicPr>
          <p:cNvPr id="15" name="Picture 14" descr="Shape, arrow&#10;&#10;AI-generated content may be incorrect.">
            <a:extLst>
              <a:ext uri="{FF2B5EF4-FFF2-40B4-BE49-F238E27FC236}">
                <a16:creationId xmlns:a16="http://schemas.microsoft.com/office/drawing/2014/main" id="{EE0A7B7D-9EF0-5F2B-CD6A-1A30373466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429000" y="10381901"/>
            <a:ext cx="1219540" cy="1219540"/>
          </a:xfrm>
          <a:prstGeom prst="rect">
            <a:avLst/>
          </a:prstGeom>
        </p:spPr>
      </p:pic>
      <p:pic>
        <p:nvPicPr>
          <p:cNvPr id="3084" name="Picture 12" descr="Joan of Arc">
            <a:extLst>
              <a:ext uri="{FF2B5EF4-FFF2-40B4-BE49-F238E27FC236}">
                <a16:creationId xmlns:a16="http://schemas.microsoft.com/office/drawing/2014/main" id="{67097D1E-705F-9C7E-93CE-A7B69B989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275" y="2762250"/>
            <a:ext cx="3219450" cy="666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1117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4E4ED-93AF-4CEF-2893-214342E67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1E0179C-6BA3-88FF-B38A-572B021D230E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3AF573-D87B-B144-C48E-D774BAE63000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K</a:t>
            </a:r>
          </a:p>
        </p:txBody>
      </p:sp>
      <p:pic>
        <p:nvPicPr>
          <p:cNvPr id="14" name="Picture 13" descr="Shape, arrow&#10;&#10;AI-generated content may be incorrect.">
            <a:extLst>
              <a:ext uri="{FF2B5EF4-FFF2-40B4-BE49-F238E27FC236}">
                <a16:creationId xmlns:a16="http://schemas.microsoft.com/office/drawing/2014/main" id="{C79FA379-E6D9-56C1-C9ED-292319879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460" y="590558"/>
            <a:ext cx="1219540" cy="1219540"/>
          </a:xfrm>
          <a:prstGeom prst="rect">
            <a:avLst/>
          </a:prstGeom>
        </p:spPr>
      </p:pic>
      <p:pic>
        <p:nvPicPr>
          <p:cNvPr id="15" name="Picture 14" descr="Shape, arrow&#10;&#10;AI-generated content may be incorrect.">
            <a:extLst>
              <a:ext uri="{FF2B5EF4-FFF2-40B4-BE49-F238E27FC236}">
                <a16:creationId xmlns:a16="http://schemas.microsoft.com/office/drawing/2014/main" id="{1511DE90-0A20-D7BA-220D-73BE0E0BDE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429000" y="10381901"/>
            <a:ext cx="1219540" cy="1219540"/>
          </a:xfrm>
          <a:prstGeom prst="rect">
            <a:avLst/>
          </a:prstGeom>
        </p:spPr>
      </p:pic>
      <p:pic>
        <p:nvPicPr>
          <p:cNvPr id="5128" name="Picture 8" descr="Download Crown King Video Public Domain - Clip Art PNG Image with No  Background - PNGkey.com">
            <a:extLst>
              <a:ext uri="{FF2B5EF4-FFF2-40B4-BE49-F238E27FC236}">
                <a16:creationId xmlns:a16="http://schemas.microsoft.com/office/drawing/2014/main" id="{7D920CA9-133D-3A9C-9CC9-21A4E2973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868" y="4027550"/>
            <a:ext cx="4672263" cy="413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6790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85FD4-7DD8-7734-098D-4BEF5899C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0D7380E-BABD-66A2-4ED6-5F871DD35F67}"/>
              </a:ext>
            </a:extLst>
          </p:cNvPr>
          <p:cNvSpPr txBox="1"/>
          <p:nvPr/>
        </p:nvSpPr>
        <p:spPr>
          <a:xfrm>
            <a:off x="2185736" y="4510950"/>
            <a:ext cx="248652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0" b="1" dirty="0"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</a:p>
        </p:txBody>
      </p:sp>
      <p:pic>
        <p:nvPicPr>
          <p:cNvPr id="6148" name="Picture 4" descr="Clubs (suit) - Wikipedia">
            <a:extLst>
              <a:ext uri="{FF2B5EF4-FFF2-40B4-BE49-F238E27FC236}">
                <a16:creationId xmlns:a16="http://schemas.microsoft.com/office/drawing/2014/main" id="{99B92172-9E8A-EADD-071C-718C37FC2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16" y="224250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Clubs (suit) - Wikipedia">
            <a:extLst>
              <a:ext uri="{FF2B5EF4-FFF2-40B4-BE49-F238E27FC236}">
                <a16:creationId xmlns:a16="http://schemas.microsoft.com/office/drawing/2014/main" id="{0DDAD14D-009D-EC80-8999-521A183B13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5264390" y="10547345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9821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ED8FB-163C-193B-7965-B1EC14B57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Clubs (suit) - Wikipedia">
            <a:extLst>
              <a:ext uri="{FF2B5EF4-FFF2-40B4-BE49-F238E27FC236}">
                <a16:creationId xmlns:a16="http://schemas.microsoft.com/office/drawing/2014/main" id="{D02B1752-3FFF-6897-5F1E-E8EF1F2A4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6757" y="4876460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Clubs (suit) - Wikipedia">
            <a:extLst>
              <a:ext uri="{FF2B5EF4-FFF2-40B4-BE49-F238E27FC236}">
                <a16:creationId xmlns:a16="http://schemas.microsoft.com/office/drawing/2014/main" id="{DE619EE9-07C6-C8EA-D033-A81F38FD9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7649" y="6096000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114F4C-F191-FE08-F8BB-9E5A6E15D7AF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20FD0A-2A5C-4F75-7683-D4F97488A8C0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969741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D21CC-8189-8121-916A-C1C0ACA0D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Clubs (suit) - Wikipedia">
            <a:extLst>
              <a:ext uri="{FF2B5EF4-FFF2-40B4-BE49-F238E27FC236}">
                <a16:creationId xmlns:a16="http://schemas.microsoft.com/office/drawing/2014/main" id="{D83BAB37-2C0D-1DB7-93A8-B40E7F240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9790" y="7333263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Clubs (suit) - Wikipedia">
            <a:extLst>
              <a:ext uri="{FF2B5EF4-FFF2-40B4-BE49-F238E27FC236}">
                <a16:creationId xmlns:a16="http://schemas.microsoft.com/office/drawing/2014/main" id="{B2261F42-A597-530B-A5E0-C99103193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8325" y="5483400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Clubs (suit) - Wikipedia">
            <a:extLst>
              <a:ext uri="{FF2B5EF4-FFF2-40B4-BE49-F238E27FC236}">
                <a16:creationId xmlns:a16="http://schemas.microsoft.com/office/drawing/2014/main" id="{5531DFC0-F730-FFF8-C0A8-057476B9A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8325" y="3633537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4BCC9F-45D9-AF3F-BE00-DAFE206D6D22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51F83A-2217-2D77-9841-F13032E84364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476139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75D1F-A50E-8F0F-0598-37000501F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Clubs (suit) - Wikipedia">
            <a:extLst>
              <a:ext uri="{FF2B5EF4-FFF2-40B4-BE49-F238E27FC236}">
                <a16:creationId xmlns:a16="http://schemas.microsoft.com/office/drawing/2014/main" id="{677A7A3D-51A6-161C-EC8E-7C03BF387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0797" y="6552689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Clubs (suit) - Wikipedia">
            <a:extLst>
              <a:ext uri="{FF2B5EF4-FFF2-40B4-BE49-F238E27FC236}">
                <a16:creationId xmlns:a16="http://schemas.microsoft.com/office/drawing/2014/main" id="{27E1B0F3-A80E-69F5-E483-54CED7CBBE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2074" y="6552690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Clubs (suit) - Wikipedia">
            <a:extLst>
              <a:ext uri="{FF2B5EF4-FFF2-40B4-BE49-F238E27FC236}">
                <a16:creationId xmlns:a16="http://schemas.microsoft.com/office/drawing/2014/main" id="{4B7C05B2-65D2-C67A-5C1B-8508B5381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0797" y="4434547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Clubs (suit) - Wikipedia">
            <a:extLst>
              <a:ext uri="{FF2B5EF4-FFF2-40B4-BE49-F238E27FC236}">
                <a16:creationId xmlns:a16="http://schemas.microsoft.com/office/drawing/2014/main" id="{C45F39D1-2382-D8D0-9FB8-0FC1DBE16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7066" y="4419770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37FA36-5396-A44A-C50D-304D57545226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54E8DF-38E7-C41A-65D0-BA965534D5AB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289446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1767D-DB1E-1A2C-AB9E-BB2434736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 descr="Clubs (suit) - Wikipedia">
            <a:extLst>
              <a:ext uri="{FF2B5EF4-FFF2-40B4-BE49-F238E27FC236}">
                <a16:creationId xmlns:a16="http://schemas.microsoft.com/office/drawing/2014/main" id="{040C10C1-9B28-B566-4F65-C4410D16AE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8150" y="7024420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Clubs (suit) - Wikipedia">
            <a:extLst>
              <a:ext uri="{FF2B5EF4-FFF2-40B4-BE49-F238E27FC236}">
                <a16:creationId xmlns:a16="http://schemas.microsoft.com/office/drawing/2014/main" id="{6CB3ACB3-86C0-DDCA-A7CC-2D0C15FF3F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2622" y="7024420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Clubs (suit) - Wikipedia">
            <a:extLst>
              <a:ext uri="{FF2B5EF4-FFF2-40B4-BE49-F238E27FC236}">
                <a16:creationId xmlns:a16="http://schemas.microsoft.com/office/drawing/2014/main" id="{A6C08D89-12E7-281D-695F-C88D9455D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8326" y="5581769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Clubs (suit) - Wikipedia">
            <a:extLst>
              <a:ext uri="{FF2B5EF4-FFF2-40B4-BE49-F238E27FC236}">
                <a16:creationId xmlns:a16="http://schemas.microsoft.com/office/drawing/2014/main" id="{24F33F1E-C771-1B68-3EE2-9D5941136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9558" y="4082088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Clubs (suit) - Wikipedia">
            <a:extLst>
              <a:ext uri="{FF2B5EF4-FFF2-40B4-BE49-F238E27FC236}">
                <a16:creationId xmlns:a16="http://schemas.microsoft.com/office/drawing/2014/main" id="{2CC2D077-DE90-68F7-5372-0E9A3751CA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094" y="4051431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2BF58D-0744-E444-F82D-206302F723F3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8E835A-1A6B-206D-565B-85166E31BEE9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2517122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4003E-0FA4-EA88-7914-268424310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Clubs (suit) - Wikipedia">
            <a:extLst>
              <a:ext uri="{FF2B5EF4-FFF2-40B4-BE49-F238E27FC236}">
                <a16:creationId xmlns:a16="http://schemas.microsoft.com/office/drawing/2014/main" id="{6449D537-C403-CE02-11D1-9757345B9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9556" y="7551727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Clubs (suit) - Wikipedia">
            <a:extLst>
              <a:ext uri="{FF2B5EF4-FFF2-40B4-BE49-F238E27FC236}">
                <a16:creationId xmlns:a16="http://schemas.microsoft.com/office/drawing/2014/main" id="{2B4476B6-D8C8-7A74-96E1-C8E05BEE6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092" y="7586149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Clubs (suit) - Wikipedia">
            <a:extLst>
              <a:ext uri="{FF2B5EF4-FFF2-40B4-BE49-F238E27FC236}">
                <a16:creationId xmlns:a16="http://schemas.microsoft.com/office/drawing/2014/main" id="{BC8A6A6D-E611-EAAC-1688-99F73D8AE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9556" y="5481378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Clubs (suit) - Wikipedia">
            <a:extLst>
              <a:ext uri="{FF2B5EF4-FFF2-40B4-BE49-F238E27FC236}">
                <a16:creationId xmlns:a16="http://schemas.microsoft.com/office/drawing/2014/main" id="{FEA75819-17E6-FB58-7763-BD26D256C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092" y="5445954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Clubs (suit) - Wikipedia">
            <a:extLst>
              <a:ext uri="{FF2B5EF4-FFF2-40B4-BE49-F238E27FC236}">
                <a16:creationId xmlns:a16="http://schemas.microsoft.com/office/drawing/2014/main" id="{E07F1526-4E8C-352E-ECF1-723F7DA26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9556" y="3376607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Clubs (suit) - Wikipedia">
            <a:extLst>
              <a:ext uri="{FF2B5EF4-FFF2-40B4-BE49-F238E27FC236}">
                <a16:creationId xmlns:a16="http://schemas.microsoft.com/office/drawing/2014/main" id="{12CC0D05-851B-93A1-E17A-C5D23F0FD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092" y="3376608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6DA3BF-DE99-A93A-E818-3D64EB52D496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3857CF-3E22-0405-FAE7-F685E95C4EFB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4366373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FAA6A-2B26-B9F7-EBE3-37C90C69B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4" descr="Clubs (suit) - Wikipedia">
            <a:extLst>
              <a:ext uri="{FF2B5EF4-FFF2-40B4-BE49-F238E27FC236}">
                <a16:creationId xmlns:a16="http://schemas.microsoft.com/office/drawing/2014/main" id="{AA108859-0987-8983-9BC3-707B33921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092" y="3345525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Clubs (suit) - Wikipedia">
            <a:extLst>
              <a:ext uri="{FF2B5EF4-FFF2-40B4-BE49-F238E27FC236}">
                <a16:creationId xmlns:a16="http://schemas.microsoft.com/office/drawing/2014/main" id="{84D8330E-E2C5-AC71-E675-C5E346A5B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9556" y="3346035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Clubs (suit) - Wikipedia">
            <a:extLst>
              <a:ext uri="{FF2B5EF4-FFF2-40B4-BE49-F238E27FC236}">
                <a16:creationId xmlns:a16="http://schemas.microsoft.com/office/drawing/2014/main" id="{C4BA6BB4-3DD3-3B77-3A5D-DE0327665D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1726" y="5470687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Clubs (suit) - Wikipedia">
            <a:extLst>
              <a:ext uri="{FF2B5EF4-FFF2-40B4-BE49-F238E27FC236}">
                <a16:creationId xmlns:a16="http://schemas.microsoft.com/office/drawing/2014/main" id="{7146656C-BB56-291E-F887-6A819C595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8325" y="5510123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Clubs (suit) - Wikipedia">
            <a:extLst>
              <a:ext uri="{FF2B5EF4-FFF2-40B4-BE49-F238E27FC236}">
                <a16:creationId xmlns:a16="http://schemas.microsoft.com/office/drawing/2014/main" id="{E5954436-DD72-678D-3CBC-5AEE4B70EC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322" y="5470688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Clubs (suit) - Wikipedia">
            <a:extLst>
              <a:ext uri="{FF2B5EF4-FFF2-40B4-BE49-F238E27FC236}">
                <a16:creationId xmlns:a16="http://schemas.microsoft.com/office/drawing/2014/main" id="{C1958E56-4229-F24B-DA20-1E9B328A6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092" y="7547554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Clubs (suit) - Wikipedia">
            <a:extLst>
              <a:ext uri="{FF2B5EF4-FFF2-40B4-BE49-F238E27FC236}">
                <a16:creationId xmlns:a16="http://schemas.microsoft.com/office/drawing/2014/main" id="{ADA172E9-C0BD-F903-75EF-42AF2D9B8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9556" y="7547554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E18896-6CBE-3D88-5E4B-9FA30EA2871D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220E6B-DF5A-25C0-2550-8269BD1B530B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11099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F4934-26FE-FC1E-A5B7-8B69DE51A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4" descr="Clubs (suit) - Wikipedia">
            <a:extLst>
              <a:ext uri="{FF2B5EF4-FFF2-40B4-BE49-F238E27FC236}">
                <a16:creationId xmlns:a16="http://schemas.microsoft.com/office/drawing/2014/main" id="{C509482E-42DB-97E3-6E8D-DCC8A80DE1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430" y="3689175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Clubs (suit) - Wikipedia">
            <a:extLst>
              <a:ext uri="{FF2B5EF4-FFF2-40B4-BE49-F238E27FC236}">
                <a16:creationId xmlns:a16="http://schemas.microsoft.com/office/drawing/2014/main" id="{F4378F13-EBF5-B064-71C7-4307EA810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7868" y="3656920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Clubs (suit) - Wikipedia">
            <a:extLst>
              <a:ext uri="{FF2B5EF4-FFF2-40B4-BE49-F238E27FC236}">
                <a16:creationId xmlns:a16="http://schemas.microsoft.com/office/drawing/2014/main" id="{813DB95B-B53A-523E-0EA6-7215F6DF3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3306" y="3688834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Clubs (suit) - Wikipedia">
            <a:extLst>
              <a:ext uri="{FF2B5EF4-FFF2-40B4-BE49-F238E27FC236}">
                <a16:creationId xmlns:a16="http://schemas.microsoft.com/office/drawing/2014/main" id="{DB38371A-E94C-BDAA-0B87-13764E737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0800" y="5484698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Clubs (suit) - Wikipedia">
            <a:extLst>
              <a:ext uri="{FF2B5EF4-FFF2-40B4-BE49-F238E27FC236}">
                <a16:creationId xmlns:a16="http://schemas.microsoft.com/office/drawing/2014/main" id="{9F6606AC-4FF2-B52A-7195-78C2BCB8BB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5852" y="5455527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Clubs (suit) - Wikipedia">
            <a:extLst>
              <a:ext uri="{FF2B5EF4-FFF2-40B4-BE49-F238E27FC236}">
                <a16:creationId xmlns:a16="http://schemas.microsoft.com/office/drawing/2014/main" id="{16F4FB43-9C50-EF69-2CCF-AE22F2512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322" y="7514045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Clubs (suit) - Wikipedia">
            <a:extLst>
              <a:ext uri="{FF2B5EF4-FFF2-40B4-BE49-F238E27FC236}">
                <a16:creationId xmlns:a16="http://schemas.microsoft.com/office/drawing/2014/main" id="{693CB05E-885D-6399-F058-02896CF2C9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7868" y="7497832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Clubs (suit) - Wikipedia">
            <a:extLst>
              <a:ext uri="{FF2B5EF4-FFF2-40B4-BE49-F238E27FC236}">
                <a16:creationId xmlns:a16="http://schemas.microsoft.com/office/drawing/2014/main" id="{A2D9B194-BA1D-A5C2-9464-93B9D7E26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9679" y="7497833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C5AAEA-98BC-599E-C4AF-69CFDC92A7D6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17F1A0-F741-6D59-AC56-6CBCB1DF6B15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629366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98E53-AED6-32AB-B553-14A69AA32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4" descr="Clubs (suit) - Wikipedia">
            <a:extLst>
              <a:ext uri="{FF2B5EF4-FFF2-40B4-BE49-F238E27FC236}">
                <a16:creationId xmlns:a16="http://schemas.microsoft.com/office/drawing/2014/main" id="{49D2FB5E-E0A6-EE24-DE38-C5659DE48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322" y="3616815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" descr="Clubs (suit) - Wikipedia">
            <a:extLst>
              <a:ext uri="{FF2B5EF4-FFF2-40B4-BE49-F238E27FC236}">
                <a16:creationId xmlns:a16="http://schemas.microsoft.com/office/drawing/2014/main" id="{E07C2B23-0C05-6B24-4DA6-76F4840D54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776" y="3624665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Clubs (suit) - Wikipedia">
            <a:extLst>
              <a:ext uri="{FF2B5EF4-FFF2-40B4-BE49-F238E27FC236}">
                <a16:creationId xmlns:a16="http://schemas.microsoft.com/office/drawing/2014/main" id="{D7525ACF-6F84-1131-E109-31538502B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9328" y="3624665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Clubs (suit) - Wikipedia">
            <a:extLst>
              <a:ext uri="{FF2B5EF4-FFF2-40B4-BE49-F238E27FC236}">
                <a16:creationId xmlns:a16="http://schemas.microsoft.com/office/drawing/2014/main" id="{16CF7DA7-609A-CCF7-AABB-C2783CEF71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9328" y="5577290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Clubs (suit) - Wikipedia">
            <a:extLst>
              <a:ext uri="{FF2B5EF4-FFF2-40B4-BE49-F238E27FC236}">
                <a16:creationId xmlns:a16="http://schemas.microsoft.com/office/drawing/2014/main" id="{7E22DBA4-A67B-F480-B73F-EDB195E62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7868" y="5585482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Clubs (suit) - Wikipedia">
            <a:extLst>
              <a:ext uri="{FF2B5EF4-FFF2-40B4-BE49-F238E27FC236}">
                <a16:creationId xmlns:a16="http://schemas.microsoft.com/office/drawing/2014/main" id="{798A8D0F-FD0E-B4BC-50E8-BF60F3104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322" y="5577291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Clubs (suit) - Wikipedia">
            <a:extLst>
              <a:ext uri="{FF2B5EF4-FFF2-40B4-BE49-F238E27FC236}">
                <a16:creationId xmlns:a16="http://schemas.microsoft.com/office/drawing/2014/main" id="{21521A68-B4C0-EA24-07A1-5CC8BB56BC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322" y="7514045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Clubs (suit) - Wikipedia">
            <a:extLst>
              <a:ext uri="{FF2B5EF4-FFF2-40B4-BE49-F238E27FC236}">
                <a16:creationId xmlns:a16="http://schemas.microsoft.com/office/drawing/2014/main" id="{EAB38CD2-8EA3-5D12-40B8-903A5770C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776" y="7514044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Clubs (suit) - Wikipedia">
            <a:extLst>
              <a:ext uri="{FF2B5EF4-FFF2-40B4-BE49-F238E27FC236}">
                <a16:creationId xmlns:a16="http://schemas.microsoft.com/office/drawing/2014/main" id="{20070B76-6FED-5331-75C0-490CCB2CA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9326" y="7514043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4965ED-3BE4-23B4-B99B-31B0E8863AB1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4CBD31-3137-49CF-B39B-68FD0FA6CF21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5829100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C2B6D-46FF-1D7B-B5C7-36983A302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4" descr="Clubs (suit) - Wikipedia">
            <a:extLst>
              <a:ext uri="{FF2B5EF4-FFF2-40B4-BE49-F238E27FC236}">
                <a16:creationId xmlns:a16="http://schemas.microsoft.com/office/drawing/2014/main" id="{4BB593CD-D15F-CD50-26B1-CEB0847ED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320" y="7513874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Clubs (suit) - Wikipedia">
            <a:extLst>
              <a:ext uri="{FF2B5EF4-FFF2-40B4-BE49-F238E27FC236}">
                <a16:creationId xmlns:a16="http://schemas.microsoft.com/office/drawing/2014/main" id="{AD06D9D7-B357-D25B-CAB8-6644CABFB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8323" y="6775938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Clubs (suit) - Wikipedia">
            <a:extLst>
              <a:ext uri="{FF2B5EF4-FFF2-40B4-BE49-F238E27FC236}">
                <a16:creationId xmlns:a16="http://schemas.microsoft.com/office/drawing/2014/main" id="{C96ADFCD-BAD9-D57E-65B6-74B0F39C6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956" y="5571365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" descr="Clubs (suit) - Wikipedia">
            <a:extLst>
              <a:ext uri="{FF2B5EF4-FFF2-40B4-BE49-F238E27FC236}">
                <a16:creationId xmlns:a16="http://schemas.microsoft.com/office/drawing/2014/main" id="{CB13167F-AC15-2563-12D2-096CADFC0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8323" y="4619787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Clubs (suit) - Wikipedia">
            <a:extLst>
              <a:ext uri="{FF2B5EF4-FFF2-40B4-BE49-F238E27FC236}">
                <a16:creationId xmlns:a16="http://schemas.microsoft.com/office/drawing/2014/main" id="{5223E90A-9933-E9AE-D98C-4C38AC831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323" y="3628685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4" descr="Clubs (suit) - Wikipedia">
            <a:extLst>
              <a:ext uri="{FF2B5EF4-FFF2-40B4-BE49-F238E27FC236}">
                <a16:creationId xmlns:a16="http://schemas.microsoft.com/office/drawing/2014/main" id="{08F4BD6C-F28F-3913-8E3E-95DEDE8E47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8323" y="2550014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Clubs (suit) - Wikipedia">
            <a:extLst>
              <a:ext uri="{FF2B5EF4-FFF2-40B4-BE49-F238E27FC236}">
                <a16:creationId xmlns:a16="http://schemas.microsoft.com/office/drawing/2014/main" id="{1F8A12BB-4E9A-34F6-F782-3E12343C7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9327" y="3660769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Clubs (suit) - Wikipedia">
            <a:extLst>
              <a:ext uri="{FF2B5EF4-FFF2-40B4-BE49-F238E27FC236}">
                <a16:creationId xmlns:a16="http://schemas.microsoft.com/office/drawing/2014/main" id="{7060AA8D-7892-3254-F5A4-CE4D45B06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9326" y="5508953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Clubs (suit) - Wikipedia">
            <a:extLst>
              <a:ext uri="{FF2B5EF4-FFF2-40B4-BE49-F238E27FC236}">
                <a16:creationId xmlns:a16="http://schemas.microsoft.com/office/drawing/2014/main" id="{95365946-69A8-22E3-1113-AA00A2387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0791" y="7478960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Clubs (suit) - Wikipedia">
            <a:extLst>
              <a:ext uri="{FF2B5EF4-FFF2-40B4-BE49-F238E27FC236}">
                <a16:creationId xmlns:a16="http://schemas.microsoft.com/office/drawing/2014/main" id="{B427E5E9-E123-7D04-456F-4BF39482B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8323" y="8571803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6BF7A8-7493-099F-AD60-378D68B92BF5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634070-4032-02D6-0C42-EBA549B47897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2110117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7C827-B0B5-5EE3-FA50-FDE1F7B93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Clubs (suit) - Wikipedia">
            <a:extLst>
              <a:ext uri="{FF2B5EF4-FFF2-40B4-BE49-F238E27FC236}">
                <a16:creationId xmlns:a16="http://schemas.microsoft.com/office/drawing/2014/main" id="{16E5491A-F9B3-399C-CAB3-4C7AA9C77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3690796" y="10125228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Clubs (suit) - Wikipedia">
            <a:extLst>
              <a:ext uri="{FF2B5EF4-FFF2-40B4-BE49-F238E27FC236}">
                <a16:creationId xmlns:a16="http://schemas.microsoft.com/office/drawing/2014/main" id="{957DFD9A-F710-C99F-F4B3-487197BDC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905" y="590558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4458EA-9E5B-1242-B31D-233CC0FE58BB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J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D3AA88-3DC4-C663-9A20-C3D3DC58A397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J</a:t>
            </a:r>
          </a:p>
        </p:txBody>
      </p:sp>
      <p:pic>
        <p:nvPicPr>
          <p:cNvPr id="2052" name="Picture 4" descr="Medieval Knight SVG - Middle Ages Swordsman Soldier Guard Silhouette Clip  Art Cut File, Instant Download, Commercial Use, Png Jpg Eps Pdf - Etsy">
            <a:extLst>
              <a:ext uri="{FF2B5EF4-FFF2-40B4-BE49-F238E27FC236}">
                <a16:creationId xmlns:a16="http://schemas.microsoft.com/office/drawing/2014/main" id="{33A97DD7-EC99-0AFE-7239-5EE5D86CFF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08" r="29834"/>
          <a:stretch>
            <a:fillRect/>
          </a:stretch>
        </p:blipFill>
        <p:spPr bwMode="auto">
          <a:xfrm>
            <a:off x="1804905" y="3253793"/>
            <a:ext cx="3176337" cy="5684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3493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7F8FC-A81A-C018-326D-52E4EAA41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Clubs (suit) - Wikipedia">
            <a:extLst>
              <a:ext uri="{FF2B5EF4-FFF2-40B4-BE49-F238E27FC236}">
                <a16:creationId xmlns:a16="http://schemas.microsoft.com/office/drawing/2014/main" id="{C69E3D1D-844F-1E86-CEC6-BF48573EF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3358095" y="10125229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Clubs (suit) - Wikipedia">
            <a:extLst>
              <a:ext uri="{FF2B5EF4-FFF2-40B4-BE49-F238E27FC236}">
                <a16:creationId xmlns:a16="http://schemas.microsoft.com/office/drawing/2014/main" id="{39F802B5-5101-525C-C320-1164D4BBAA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555" y="590558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2A85C8-FAF1-B3D5-DC27-C764B73E73EE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Q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BB0578-1602-41CF-3E37-112B44AACC86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Q</a:t>
            </a:r>
          </a:p>
        </p:txBody>
      </p:sp>
      <p:pic>
        <p:nvPicPr>
          <p:cNvPr id="8208" name="Picture 16" descr="Queen Icon Style 12861008 Vector Art at Vecteezy">
            <a:extLst>
              <a:ext uri="{FF2B5EF4-FFF2-40B4-BE49-F238E27FC236}">
                <a16:creationId xmlns:a16="http://schemas.microsoft.com/office/drawing/2014/main" id="{91D7A8B5-DEB9-8BEC-6F79-1AE9BEAF1E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6700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43587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44163-9685-128B-A44D-D8F6C1907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Clubs (suit) - Wikipedia">
            <a:extLst>
              <a:ext uri="{FF2B5EF4-FFF2-40B4-BE49-F238E27FC236}">
                <a16:creationId xmlns:a16="http://schemas.microsoft.com/office/drawing/2014/main" id="{F8ECDBAE-D7FB-E198-CD7D-05AA68593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3358095" y="10208968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Clubs (suit) - Wikipedia">
            <a:extLst>
              <a:ext uri="{FF2B5EF4-FFF2-40B4-BE49-F238E27FC236}">
                <a16:creationId xmlns:a16="http://schemas.microsoft.com/office/drawing/2014/main" id="{39F3186D-2104-80E2-34F1-5BB61163C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555" y="506819"/>
            <a:ext cx="1361350" cy="14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6FB770-F4AE-B66E-0FFE-E6AAADEAAD2D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C393B9-D497-5138-DDAC-0CAB9A0EE711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Cambria" panose="02040503050406030204" pitchFamily="18" charset="0"/>
                <a:ea typeface="Cambria" panose="02040503050406030204" pitchFamily="18" charset="0"/>
              </a:rPr>
              <a:t>K</a:t>
            </a:r>
          </a:p>
        </p:txBody>
      </p:sp>
      <p:pic>
        <p:nvPicPr>
          <p:cNvPr id="5122" name="Picture 2" descr="King, Minimalist and Simple Silhouette - illustration 43277936 Vector Art  at Vecteezy">
            <a:extLst>
              <a:ext uri="{FF2B5EF4-FFF2-40B4-BE49-F238E27FC236}">
                <a16:creationId xmlns:a16="http://schemas.microsoft.com/office/drawing/2014/main" id="{6A2956E4-C0C4-6517-3C9D-2DEDE8461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588" y="3016417"/>
            <a:ext cx="4474823" cy="6159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86604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B1F5B-CFD5-D334-C9E9-3E5213981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Diamonds (suit) - Wikipedia">
            <a:extLst>
              <a:ext uri="{FF2B5EF4-FFF2-40B4-BE49-F238E27FC236}">
                <a16:creationId xmlns:a16="http://schemas.microsoft.com/office/drawing/2014/main" id="{6E7C39EB-7FF9-E373-E823-986B6354AC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464" y="160251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Diamonds (suit) - Wikipedia">
            <a:extLst>
              <a:ext uri="{FF2B5EF4-FFF2-40B4-BE49-F238E27FC236}">
                <a16:creationId xmlns:a16="http://schemas.microsoft.com/office/drawing/2014/main" id="{2ADBA685-F614-43B6-B6CD-A385B8462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7511" y="10210630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4C4DEF-08E2-A629-F261-F73B7707163A}"/>
              </a:ext>
            </a:extLst>
          </p:cNvPr>
          <p:cNvSpPr txBox="1"/>
          <p:nvPr/>
        </p:nvSpPr>
        <p:spPr>
          <a:xfrm>
            <a:off x="2185736" y="4510950"/>
            <a:ext cx="248652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9264957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92279-8A16-A25B-47FC-222FD82C5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Diamonds (suit) - Wikipedia">
            <a:extLst>
              <a:ext uri="{FF2B5EF4-FFF2-40B4-BE49-F238E27FC236}">
                <a16:creationId xmlns:a16="http://schemas.microsoft.com/office/drawing/2014/main" id="{CB1BCAB6-7F2A-C0BC-48D1-7EFECEBA18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0596" y="6027906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Diamonds (suit) - Wikipedia">
            <a:extLst>
              <a:ext uri="{FF2B5EF4-FFF2-40B4-BE49-F238E27FC236}">
                <a16:creationId xmlns:a16="http://schemas.microsoft.com/office/drawing/2014/main" id="{CA06C556-445F-7032-4149-7135F9E69E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056" y="4740272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4AB85C-D689-2F36-21C8-5B9AFC353DCE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1DC7A-C2C3-F3C0-FF04-CEE4E3D0FECF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410975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04AB9-1E19-3FC3-2E7C-1C1CB186F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Diamonds (suit) - Wikipedia">
            <a:extLst>
              <a:ext uri="{FF2B5EF4-FFF2-40B4-BE49-F238E27FC236}">
                <a16:creationId xmlns:a16="http://schemas.microsoft.com/office/drawing/2014/main" id="{7F18CE48-C7D4-33EB-8C31-DD7EE2B14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825" y="3250267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Diamonds (suit) - Wikipedia">
            <a:extLst>
              <a:ext uri="{FF2B5EF4-FFF2-40B4-BE49-F238E27FC236}">
                <a16:creationId xmlns:a16="http://schemas.microsoft.com/office/drawing/2014/main" id="{FC4677C7-1BCB-5104-FF9F-9409D1948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825" y="5377468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Diamonds (suit) - Wikipedia">
            <a:extLst>
              <a:ext uri="{FF2B5EF4-FFF2-40B4-BE49-F238E27FC236}">
                <a16:creationId xmlns:a16="http://schemas.microsoft.com/office/drawing/2014/main" id="{98757FE9-9EF5-E778-DA8F-B4A416FCE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825" y="7504669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B58BC7-00D7-7F45-853C-161EA81D6517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01CDAB-F0D3-1B2F-495B-1C15E9A7BEEB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729586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865A7-EB9C-1873-C3EA-45000051D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Diamonds (suit) - Wikipedia">
            <a:extLst>
              <a:ext uri="{FF2B5EF4-FFF2-40B4-BE49-F238E27FC236}">
                <a16:creationId xmlns:a16="http://schemas.microsoft.com/office/drawing/2014/main" id="{26BCDDF6-559E-664C-1A4E-55B220EE5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353" y="4131489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Diamonds (suit) - Wikipedia">
            <a:extLst>
              <a:ext uri="{FF2B5EF4-FFF2-40B4-BE49-F238E27FC236}">
                <a16:creationId xmlns:a16="http://schemas.microsoft.com/office/drawing/2014/main" id="{6C7D6980-365A-C926-3792-D9292A063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352" y="6552212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Diamonds (suit) - Wikipedia">
            <a:extLst>
              <a:ext uri="{FF2B5EF4-FFF2-40B4-BE49-F238E27FC236}">
                <a16:creationId xmlns:a16="http://schemas.microsoft.com/office/drawing/2014/main" id="{DC1FD3C2-F0AF-BE6F-7FC3-CD1E5CECD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302" y="4131488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Diamonds (suit) - Wikipedia">
            <a:extLst>
              <a:ext uri="{FF2B5EF4-FFF2-40B4-BE49-F238E27FC236}">
                <a16:creationId xmlns:a16="http://schemas.microsoft.com/office/drawing/2014/main" id="{F8F52993-762D-578C-8561-4C2166AA65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302" y="6552211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CA57BD-3948-4C79-2B01-272C3CA08A74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650308-C730-7F35-D81F-86F8BDD8CB09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522486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6036B-1C0D-54AD-258A-F9CF3225A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Diamonds (suit) - Wikipedia">
            <a:extLst>
              <a:ext uri="{FF2B5EF4-FFF2-40B4-BE49-F238E27FC236}">
                <a16:creationId xmlns:a16="http://schemas.microsoft.com/office/drawing/2014/main" id="{CC288560-81A5-348F-807B-C3796E67E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7538" y="7005696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Diamonds (suit) - Wikipedia">
            <a:extLst>
              <a:ext uri="{FF2B5EF4-FFF2-40B4-BE49-F238E27FC236}">
                <a16:creationId xmlns:a16="http://schemas.microsoft.com/office/drawing/2014/main" id="{6128169D-C0CF-7450-6551-C76D0814E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9596" y="3975380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Diamonds (suit) - Wikipedia">
            <a:extLst>
              <a:ext uri="{FF2B5EF4-FFF2-40B4-BE49-F238E27FC236}">
                <a16:creationId xmlns:a16="http://schemas.microsoft.com/office/drawing/2014/main" id="{DFD7D8A1-9A6D-24B0-95DE-0E36FD15D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826" y="5533495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Diamonds (suit) - Wikipedia">
            <a:extLst>
              <a:ext uri="{FF2B5EF4-FFF2-40B4-BE49-F238E27FC236}">
                <a16:creationId xmlns:a16="http://schemas.microsoft.com/office/drawing/2014/main" id="{37801DB2-9AC5-FEA8-FE71-7D6B89F33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0051" y="3969543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Diamonds (suit) - Wikipedia">
            <a:extLst>
              <a:ext uri="{FF2B5EF4-FFF2-40B4-BE49-F238E27FC236}">
                <a16:creationId xmlns:a16="http://schemas.microsoft.com/office/drawing/2014/main" id="{30711598-5C97-4A13-CD86-78B1A782E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6435" y="7005695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71A281-A8E3-4AA4-E50C-D7F8D4D03238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FF9D5B-B2EA-63AB-AE2A-BD3CDEB8DF4F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603020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BD154-94B6-A205-9CA9-62F854C1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Diamonds (suit) - Wikipedia">
            <a:extLst>
              <a:ext uri="{FF2B5EF4-FFF2-40B4-BE49-F238E27FC236}">
                <a16:creationId xmlns:a16="http://schemas.microsoft.com/office/drawing/2014/main" id="{5ACE7E31-8879-AA25-6BA9-80820E2FD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9593" y="7595852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Diamonds (suit) - Wikipedia">
            <a:extLst>
              <a:ext uri="{FF2B5EF4-FFF2-40B4-BE49-F238E27FC236}">
                <a16:creationId xmlns:a16="http://schemas.microsoft.com/office/drawing/2014/main" id="{1C423DB4-3938-DDE8-B040-24707A58B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9592" y="5364652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Diamonds (suit) - Wikipedia">
            <a:extLst>
              <a:ext uri="{FF2B5EF4-FFF2-40B4-BE49-F238E27FC236}">
                <a16:creationId xmlns:a16="http://schemas.microsoft.com/office/drawing/2014/main" id="{0F15A6DF-DC9C-1DE3-173B-ADC4C49FF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9592" y="3235146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Diamonds (suit) - Wikipedia">
            <a:extLst>
              <a:ext uri="{FF2B5EF4-FFF2-40B4-BE49-F238E27FC236}">
                <a16:creationId xmlns:a16="http://schemas.microsoft.com/office/drawing/2014/main" id="{8F7CCAF7-C354-4118-E912-E6846B140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2057" y="3235146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Diamonds (suit) - Wikipedia">
            <a:extLst>
              <a:ext uri="{FF2B5EF4-FFF2-40B4-BE49-F238E27FC236}">
                <a16:creationId xmlns:a16="http://schemas.microsoft.com/office/drawing/2014/main" id="{D4BCE8AA-243D-F176-ECF6-FF48D8919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2057" y="5410647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Diamonds (suit) - Wikipedia">
            <a:extLst>
              <a:ext uri="{FF2B5EF4-FFF2-40B4-BE49-F238E27FC236}">
                <a16:creationId xmlns:a16="http://schemas.microsoft.com/office/drawing/2014/main" id="{E42595BC-07F2-D5B7-55A6-32E6A1330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2057" y="7615842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3935BD-E865-BCBF-BABF-FC840556D567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942A95-91F7-C1ED-5B2A-DB5ED81CE13D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562989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74318-1B99-BA3C-D7D3-1BCC23613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Diamonds (suit) - Wikipedia">
            <a:extLst>
              <a:ext uri="{FF2B5EF4-FFF2-40B4-BE49-F238E27FC236}">
                <a16:creationId xmlns:a16="http://schemas.microsoft.com/office/drawing/2014/main" id="{9BD973E4-3612-20A3-9801-F1F4D148E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9592" y="7579652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Diamonds (suit) - Wikipedia">
            <a:extLst>
              <a:ext uri="{FF2B5EF4-FFF2-40B4-BE49-F238E27FC236}">
                <a16:creationId xmlns:a16="http://schemas.microsoft.com/office/drawing/2014/main" id="{67B6A0BE-77E6-0284-5DCC-343E85E25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2062" y="7579652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Diamonds (suit) - Wikipedia">
            <a:extLst>
              <a:ext uri="{FF2B5EF4-FFF2-40B4-BE49-F238E27FC236}">
                <a16:creationId xmlns:a16="http://schemas.microsoft.com/office/drawing/2014/main" id="{BED0A344-50CD-6CA9-1A9F-E80004C53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640" y="5405542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Diamonds (suit) - Wikipedia">
            <a:extLst>
              <a:ext uri="{FF2B5EF4-FFF2-40B4-BE49-F238E27FC236}">
                <a16:creationId xmlns:a16="http://schemas.microsoft.com/office/drawing/2014/main" id="{77F25DA7-8199-DA00-5058-E458E5BA8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826" y="5422584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Diamonds (suit) - Wikipedia">
            <a:extLst>
              <a:ext uri="{FF2B5EF4-FFF2-40B4-BE49-F238E27FC236}">
                <a16:creationId xmlns:a16="http://schemas.microsoft.com/office/drawing/2014/main" id="{EC767F32-61AF-411D-FB41-22A8E7DC4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823" y="5403553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Diamonds (suit) - Wikipedia">
            <a:extLst>
              <a:ext uri="{FF2B5EF4-FFF2-40B4-BE49-F238E27FC236}">
                <a16:creationId xmlns:a16="http://schemas.microsoft.com/office/drawing/2014/main" id="{7EAE85B8-027D-A490-FDCF-660B475DC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9593" y="3281080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Diamonds (suit) - Wikipedia">
            <a:extLst>
              <a:ext uri="{FF2B5EF4-FFF2-40B4-BE49-F238E27FC236}">
                <a16:creationId xmlns:a16="http://schemas.microsoft.com/office/drawing/2014/main" id="{310CF0AA-2FE9-B5F8-2BEB-8584C8D7B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1719" y="3265516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CB2147-9BC9-82C4-DD0A-B4456A96C8F4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F80D0D-FB2B-C78F-78B6-8AB6D1370659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027518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5A230-D860-1026-10FE-509BB152F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 descr="Diamonds (suit) - Wikipedia">
            <a:extLst>
              <a:ext uri="{FF2B5EF4-FFF2-40B4-BE49-F238E27FC236}">
                <a16:creationId xmlns:a16="http://schemas.microsoft.com/office/drawing/2014/main" id="{9AA41C90-9964-5B54-0364-25D4B2630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1832" y="3559835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Diamonds (suit) - Wikipedia">
            <a:extLst>
              <a:ext uri="{FF2B5EF4-FFF2-40B4-BE49-F238E27FC236}">
                <a16:creationId xmlns:a16="http://schemas.microsoft.com/office/drawing/2014/main" id="{745A743C-73E6-8857-6A76-4F4722D863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8585" y="3559835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Diamonds (suit) - Wikipedia">
            <a:extLst>
              <a:ext uri="{FF2B5EF4-FFF2-40B4-BE49-F238E27FC236}">
                <a16:creationId xmlns:a16="http://schemas.microsoft.com/office/drawing/2014/main" id="{EE7C20C8-0E43-C78E-E093-8AE384D9E9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823" y="3559836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Diamonds (suit) - Wikipedia">
            <a:extLst>
              <a:ext uri="{FF2B5EF4-FFF2-40B4-BE49-F238E27FC236}">
                <a16:creationId xmlns:a16="http://schemas.microsoft.com/office/drawing/2014/main" id="{EA0D9C2F-B673-282F-5AAB-31072D28A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353" y="5403584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Diamonds (suit) - Wikipedia">
            <a:extLst>
              <a:ext uri="{FF2B5EF4-FFF2-40B4-BE49-F238E27FC236}">
                <a16:creationId xmlns:a16="http://schemas.microsoft.com/office/drawing/2014/main" id="{262077D8-A77F-A848-A388-6B7B2AA10D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302" y="5403584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Diamonds (suit) - Wikipedia">
            <a:extLst>
              <a:ext uri="{FF2B5EF4-FFF2-40B4-BE49-F238E27FC236}">
                <a16:creationId xmlns:a16="http://schemas.microsoft.com/office/drawing/2014/main" id="{7B23AEB7-393A-BB08-5399-F63232974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1827" y="7465440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Diamonds (suit) - Wikipedia">
            <a:extLst>
              <a:ext uri="{FF2B5EF4-FFF2-40B4-BE49-F238E27FC236}">
                <a16:creationId xmlns:a16="http://schemas.microsoft.com/office/drawing/2014/main" id="{EBDA29CD-A105-DE32-E85F-94CDD7461E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826" y="7465441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Diamonds (suit) - Wikipedia">
            <a:extLst>
              <a:ext uri="{FF2B5EF4-FFF2-40B4-BE49-F238E27FC236}">
                <a16:creationId xmlns:a16="http://schemas.microsoft.com/office/drawing/2014/main" id="{24A683D3-7138-AD24-EB47-F8E174BCE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823" y="7449399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4ECA0D-92B0-ACAF-8B70-585B51B6C8AF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B869F5-B5BB-43B0-323C-44429FAF2787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91164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237EE-6BB9-2F16-F485-856226E69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" descr="Diamonds (suit) - Wikipedia">
            <a:extLst>
              <a:ext uri="{FF2B5EF4-FFF2-40B4-BE49-F238E27FC236}">
                <a16:creationId xmlns:a16="http://schemas.microsoft.com/office/drawing/2014/main" id="{C9A95123-A0B8-924B-A501-56D41463A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823" y="3396589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Diamonds (suit) - Wikipedia">
            <a:extLst>
              <a:ext uri="{FF2B5EF4-FFF2-40B4-BE49-F238E27FC236}">
                <a16:creationId xmlns:a16="http://schemas.microsoft.com/office/drawing/2014/main" id="{BA760C24-3C6D-6346-E731-764225D90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0369" y="3396588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Diamonds (suit) - Wikipedia">
            <a:extLst>
              <a:ext uri="{FF2B5EF4-FFF2-40B4-BE49-F238E27FC236}">
                <a16:creationId xmlns:a16="http://schemas.microsoft.com/office/drawing/2014/main" id="{54C6B1B7-7039-3B95-B0F0-153455E3FA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120" y="3368639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Diamonds (suit) - Wikipedia">
            <a:extLst>
              <a:ext uri="{FF2B5EF4-FFF2-40B4-BE49-F238E27FC236}">
                <a16:creationId xmlns:a16="http://schemas.microsoft.com/office/drawing/2014/main" id="{D54946E6-D831-A102-3F89-488A78AB7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120" y="5453021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Diamonds (suit) - Wikipedia">
            <a:extLst>
              <a:ext uri="{FF2B5EF4-FFF2-40B4-BE49-F238E27FC236}">
                <a16:creationId xmlns:a16="http://schemas.microsoft.com/office/drawing/2014/main" id="{985F0159-BB34-9AE2-FF1C-50DDAF3E4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825" y="5453021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Diamonds (suit) - Wikipedia">
            <a:extLst>
              <a:ext uri="{FF2B5EF4-FFF2-40B4-BE49-F238E27FC236}">
                <a16:creationId xmlns:a16="http://schemas.microsoft.com/office/drawing/2014/main" id="{713A1121-26D3-63C1-2ED6-862C215DB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006" y="5453021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Diamonds (suit) - Wikipedia">
            <a:extLst>
              <a:ext uri="{FF2B5EF4-FFF2-40B4-BE49-F238E27FC236}">
                <a16:creationId xmlns:a16="http://schemas.microsoft.com/office/drawing/2014/main" id="{15FF1773-9640-CF45-4119-055C17919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823" y="7514045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Diamonds (suit) - Wikipedia">
            <a:extLst>
              <a:ext uri="{FF2B5EF4-FFF2-40B4-BE49-F238E27FC236}">
                <a16:creationId xmlns:a16="http://schemas.microsoft.com/office/drawing/2014/main" id="{2BCC5DCA-296A-6E5D-A82D-B8FF290E1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826" y="7514045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Diamonds (suit) - Wikipedia">
            <a:extLst>
              <a:ext uri="{FF2B5EF4-FFF2-40B4-BE49-F238E27FC236}">
                <a16:creationId xmlns:a16="http://schemas.microsoft.com/office/drawing/2014/main" id="{42BBB006-EE5C-5B92-704A-39E7F31684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834" y="7514044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538C6D-A78B-DFE1-A9CB-CF81EDB100D5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182C4A-7D0D-2182-2BC2-28C6AE4518AA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6132840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2A1ED-EBA0-7B5A-9599-09CB6839E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 descr="Diamonds (suit) - Wikipedia">
            <a:extLst>
              <a:ext uri="{FF2B5EF4-FFF2-40B4-BE49-F238E27FC236}">
                <a16:creationId xmlns:a16="http://schemas.microsoft.com/office/drawing/2014/main" id="{0BD198E5-C997-25D8-F002-22E9EB1FE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773" y="3400001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Diamonds (suit) - Wikipedia">
            <a:extLst>
              <a:ext uri="{FF2B5EF4-FFF2-40B4-BE49-F238E27FC236}">
                <a16:creationId xmlns:a16="http://schemas.microsoft.com/office/drawing/2014/main" id="{DE9A6952-6B90-A3AB-38D4-A670EF97D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4810" y="2470345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Diamonds (suit) - Wikipedia">
            <a:extLst>
              <a:ext uri="{FF2B5EF4-FFF2-40B4-BE49-F238E27FC236}">
                <a16:creationId xmlns:a16="http://schemas.microsoft.com/office/drawing/2014/main" id="{745A9DFE-D137-F880-2D6F-EC8D9C213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1801" y="3400001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Diamonds (suit) - Wikipedia">
            <a:extLst>
              <a:ext uri="{FF2B5EF4-FFF2-40B4-BE49-F238E27FC236}">
                <a16:creationId xmlns:a16="http://schemas.microsoft.com/office/drawing/2014/main" id="{4DF4FDE6-37D3-00B5-9E93-BEB329031A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4811" y="4511179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Diamonds (suit) - Wikipedia">
            <a:extLst>
              <a:ext uri="{FF2B5EF4-FFF2-40B4-BE49-F238E27FC236}">
                <a16:creationId xmlns:a16="http://schemas.microsoft.com/office/drawing/2014/main" id="{7B10D0C5-7C23-5BAA-9CD9-182F6A11B0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1800" y="5453021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Diamonds (suit) - Wikipedia">
            <a:extLst>
              <a:ext uri="{FF2B5EF4-FFF2-40B4-BE49-F238E27FC236}">
                <a16:creationId xmlns:a16="http://schemas.microsoft.com/office/drawing/2014/main" id="{794EEAFE-4DEB-24DE-C6E2-1ADAB8F1B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823" y="6473194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Diamonds (suit) - Wikipedia">
            <a:extLst>
              <a:ext uri="{FF2B5EF4-FFF2-40B4-BE49-F238E27FC236}">
                <a16:creationId xmlns:a16="http://schemas.microsoft.com/office/drawing/2014/main" id="{606F3EDD-733D-5F5D-3EA6-D3299E4297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799" y="5453021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Diamonds (suit) - Wikipedia">
            <a:extLst>
              <a:ext uri="{FF2B5EF4-FFF2-40B4-BE49-F238E27FC236}">
                <a16:creationId xmlns:a16="http://schemas.microsoft.com/office/drawing/2014/main" id="{A2759B07-FD2C-FFEA-F583-6BFE1E048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823" y="7489521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Diamonds (suit) - Wikipedia">
            <a:extLst>
              <a:ext uri="{FF2B5EF4-FFF2-40B4-BE49-F238E27FC236}">
                <a16:creationId xmlns:a16="http://schemas.microsoft.com/office/drawing/2014/main" id="{DE181F34-728D-68D3-9EC9-057F7B17A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4810" y="8514028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Diamonds (suit) - Wikipedia">
            <a:extLst>
              <a:ext uri="{FF2B5EF4-FFF2-40B4-BE49-F238E27FC236}">
                <a16:creationId xmlns:a16="http://schemas.microsoft.com/office/drawing/2014/main" id="{EAF79BAC-2E38-CF69-1741-5100FD4D3A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1830" y="7506041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C176DC-A1E9-D699-F4C5-5C68BFCEBD55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73C1FC-43BF-6750-5EFF-D29EE7AF96E7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1234672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A54ED-1B20-4C39-D911-EA77AC38F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monds (suit) - Wikipedia">
            <a:extLst>
              <a:ext uri="{FF2B5EF4-FFF2-40B4-BE49-F238E27FC236}">
                <a16:creationId xmlns:a16="http://schemas.microsoft.com/office/drawing/2014/main" id="{98CB2680-0378-CDDD-BD43-96DE4B82C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97" y="10013496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Diamonds (suit) - Wikipedia">
            <a:extLst>
              <a:ext uri="{FF2B5EF4-FFF2-40B4-BE49-F238E27FC236}">
                <a16:creationId xmlns:a16="http://schemas.microsoft.com/office/drawing/2014/main" id="{25A28F52-04CF-1E1C-6108-31F53D681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0327" y="382403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7B0A62-5E38-E2B5-849E-488A154FC335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31A264-BB8C-C0C7-9B94-A7FC3FD6E768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</a:t>
            </a:r>
          </a:p>
        </p:txBody>
      </p:sp>
      <p:pic>
        <p:nvPicPr>
          <p:cNvPr id="22534" name="Picture 6" descr="Medieval Knight Silhouette on Horseback with Sword Raised for Battle  Illustration 55283855 Vector Art at Vecteezy">
            <a:extLst>
              <a:ext uri="{FF2B5EF4-FFF2-40B4-BE49-F238E27FC236}">
                <a16:creationId xmlns:a16="http://schemas.microsoft.com/office/drawing/2014/main" id="{D9D786AB-E6EB-C635-9E06-82D448D1A1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590" y="2855922"/>
            <a:ext cx="5096820" cy="6032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66153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CBA05-E37F-3315-BA80-F165E9189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iamonds (suit) - Wikipedia">
            <a:extLst>
              <a:ext uri="{FF2B5EF4-FFF2-40B4-BE49-F238E27FC236}">
                <a16:creationId xmlns:a16="http://schemas.microsoft.com/office/drawing/2014/main" id="{0D3F75D5-F5C5-AC08-07D7-E3DDB982F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0596" y="10015933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Diamonds (suit) - Wikipedia">
            <a:extLst>
              <a:ext uri="{FF2B5EF4-FFF2-40B4-BE49-F238E27FC236}">
                <a16:creationId xmlns:a16="http://schemas.microsoft.com/office/drawing/2014/main" id="{061A4B42-7AE6-5883-DC49-05F542FE1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056" y="498595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D1C76A-9FB2-8354-F6A3-496274CBA2C9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27F8DB-D8E2-F344-519A-1F868C77C98F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</a:t>
            </a:r>
          </a:p>
        </p:txBody>
      </p:sp>
      <p:pic>
        <p:nvPicPr>
          <p:cNvPr id="21506" name="Picture 2" descr="Queen Silhouette Vector Art, Icons, and Graphics for Free Download">
            <a:extLst>
              <a:ext uri="{FF2B5EF4-FFF2-40B4-BE49-F238E27FC236}">
                <a16:creationId xmlns:a16="http://schemas.microsoft.com/office/drawing/2014/main" id="{7EA678CC-11B0-9340-EB6C-F7FA0D6F5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79295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19381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B6070-32EE-8AF1-2282-1ACAB07B6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monds (suit) - Wikipedia">
            <a:extLst>
              <a:ext uri="{FF2B5EF4-FFF2-40B4-BE49-F238E27FC236}">
                <a16:creationId xmlns:a16="http://schemas.microsoft.com/office/drawing/2014/main" id="{D2A10DBC-2420-328F-3A7B-FFBBB32AC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056" y="458902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Diamonds (suit) - Wikipedia">
            <a:extLst>
              <a:ext uri="{FF2B5EF4-FFF2-40B4-BE49-F238E27FC236}">
                <a16:creationId xmlns:a16="http://schemas.microsoft.com/office/drawing/2014/main" id="{54264EF2-E711-88D7-680E-3A246B170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0596" y="10112578"/>
            <a:ext cx="1656347" cy="17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3AF416-1CE3-789B-49CD-E8CA7CDBD791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4CAD2D-4029-4799-734C-E4FC3C1839FD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</a:t>
            </a:r>
          </a:p>
        </p:txBody>
      </p:sp>
      <p:pic>
        <p:nvPicPr>
          <p:cNvPr id="20486" name="Picture 6" descr="A man King silhouette king 47804570 Vector Art at Vecteezy">
            <a:extLst>
              <a:ext uri="{FF2B5EF4-FFF2-40B4-BE49-F238E27FC236}">
                <a16:creationId xmlns:a16="http://schemas.microsoft.com/office/drawing/2014/main" id="{212BC6B3-6278-1B8E-3897-636CC3CDEB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042" y="2991215"/>
            <a:ext cx="6063916" cy="6063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99313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4C66F-5BAE-55DB-CD78-480D754C3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rt 2">
            <a:extLst>
              <a:ext uri="{FF2B5EF4-FFF2-40B4-BE49-F238E27FC236}">
                <a16:creationId xmlns:a16="http://schemas.microsoft.com/office/drawing/2014/main" id="{D12A0C22-2229-B1B2-0815-40EFE7493D78}"/>
              </a:ext>
            </a:extLst>
          </p:cNvPr>
          <p:cNvSpPr/>
          <p:nvPr/>
        </p:nvSpPr>
        <p:spPr>
          <a:xfrm>
            <a:off x="307808" y="304630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Heart 3">
            <a:extLst>
              <a:ext uri="{FF2B5EF4-FFF2-40B4-BE49-F238E27FC236}">
                <a16:creationId xmlns:a16="http://schemas.microsoft.com/office/drawing/2014/main" id="{9397799B-BDBA-7BB3-1E4E-1EB2E9E8FFBF}"/>
              </a:ext>
            </a:extLst>
          </p:cNvPr>
          <p:cNvSpPr/>
          <p:nvPr/>
        </p:nvSpPr>
        <p:spPr>
          <a:xfrm rot="10800000">
            <a:off x="5278855" y="10282819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2E87EB-1846-BB3C-E24E-29A864F192EC}"/>
              </a:ext>
            </a:extLst>
          </p:cNvPr>
          <p:cNvSpPr txBox="1"/>
          <p:nvPr/>
        </p:nvSpPr>
        <p:spPr>
          <a:xfrm>
            <a:off x="2185736" y="4510950"/>
            <a:ext cx="248652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6428952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1F2B6-C682-B986-9F6B-8C2EEA468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rt 3">
            <a:extLst>
              <a:ext uri="{FF2B5EF4-FFF2-40B4-BE49-F238E27FC236}">
                <a16:creationId xmlns:a16="http://schemas.microsoft.com/office/drawing/2014/main" id="{8C2822F2-2955-E142-5D92-9410514CED6D}"/>
              </a:ext>
            </a:extLst>
          </p:cNvPr>
          <p:cNvSpPr/>
          <p:nvPr/>
        </p:nvSpPr>
        <p:spPr>
          <a:xfrm>
            <a:off x="2122400" y="4812461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Heart 2">
            <a:extLst>
              <a:ext uri="{FF2B5EF4-FFF2-40B4-BE49-F238E27FC236}">
                <a16:creationId xmlns:a16="http://schemas.microsoft.com/office/drawing/2014/main" id="{6B162F9E-13D8-4BC1-2EA7-34C958D7A9CC}"/>
              </a:ext>
            </a:extLst>
          </p:cNvPr>
          <p:cNvSpPr/>
          <p:nvPr/>
        </p:nvSpPr>
        <p:spPr>
          <a:xfrm>
            <a:off x="3341940" y="6100095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6C3DF6-DA94-D74F-DAB6-BEBBE721A93A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FED03F-2C5F-DD3A-E3A7-79B5DF8ED5C3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19085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4AD46-E62D-2956-4FFE-65D879634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rt 5">
            <a:extLst>
              <a:ext uri="{FF2B5EF4-FFF2-40B4-BE49-F238E27FC236}">
                <a16:creationId xmlns:a16="http://schemas.microsoft.com/office/drawing/2014/main" id="{E6A15C26-2D4F-26E7-9595-4F10ADF00823}"/>
              </a:ext>
            </a:extLst>
          </p:cNvPr>
          <p:cNvSpPr/>
          <p:nvPr/>
        </p:nvSpPr>
        <p:spPr>
          <a:xfrm>
            <a:off x="2732169" y="3322456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Heart 3">
            <a:extLst>
              <a:ext uri="{FF2B5EF4-FFF2-40B4-BE49-F238E27FC236}">
                <a16:creationId xmlns:a16="http://schemas.microsoft.com/office/drawing/2014/main" id="{D8DE34CD-16F3-24EB-DF07-C04F3F7072ED}"/>
              </a:ext>
            </a:extLst>
          </p:cNvPr>
          <p:cNvSpPr/>
          <p:nvPr/>
        </p:nvSpPr>
        <p:spPr>
          <a:xfrm>
            <a:off x="2732169" y="5449657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Heart 2">
            <a:extLst>
              <a:ext uri="{FF2B5EF4-FFF2-40B4-BE49-F238E27FC236}">
                <a16:creationId xmlns:a16="http://schemas.microsoft.com/office/drawing/2014/main" id="{69D31A08-F93D-1CFA-AF71-854CBA0B1EF9}"/>
              </a:ext>
            </a:extLst>
          </p:cNvPr>
          <p:cNvSpPr/>
          <p:nvPr/>
        </p:nvSpPr>
        <p:spPr>
          <a:xfrm>
            <a:off x="2732169" y="7576858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CA2380-F29C-A427-3A0D-77D148A95A32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088D9F-E087-D0D4-2C48-7B3AD2CC7FB0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899444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74E14-CE27-CADF-1B6D-5459D1A29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rt 6">
            <a:extLst>
              <a:ext uri="{FF2B5EF4-FFF2-40B4-BE49-F238E27FC236}">
                <a16:creationId xmlns:a16="http://schemas.microsoft.com/office/drawing/2014/main" id="{A644FCF3-38AE-C802-BF41-F2AF899E9C7D}"/>
              </a:ext>
            </a:extLst>
          </p:cNvPr>
          <p:cNvSpPr/>
          <p:nvPr/>
        </p:nvSpPr>
        <p:spPr>
          <a:xfrm>
            <a:off x="1789696" y="4203677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Heart 3">
            <a:extLst>
              <a:ext uri="{FF2B5EF4-FFF2-40B4-BE49-F238E27FC236}">
                <a16:creationId xmlns:a16="http://schemas.microsoft.com/office/drawing/2014/main" id="{D48C882F-0126-C7A7-3473-05FABA66E583}"/>
              </a:ext>
            </a:extLst>
          </p:cNvPr>
          <p:cNvSpPr/>
          <p:nvPr/>
        </p:nvSpPr>
        <p:spPr>
          <a:xfrm>
            <a:off x="1789696" y="6624400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Heart 5">
            <a:extLst>
              <a:ext uri="{FF2B5EF4-FFF2-40B4-BE49-F238E27FC236}">
                <a16:creationId xmlns:a16="http://schemas.microsoft.com/office/drawing/2014/main" id="{EDD5BCC1-5AEB-BB02-137D-3893B4B3E356}"/>
              </a:ext>
            </a:extLst>
          </p:cNvPr>
          <p:cNvSpPr/>
          <p:nvPr/>
        </p:nvSpPr>
        <p:spPr>
          <a:xfrm>
            <a:off x="3674643" y="4251326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Heart 2">
            <a:extLst>
              <a:ext uri="{FF2B5EF4-FFF2-40B4-BE49-F238E27FC236}">
                <a16:creationId xmlns:a16="http://schemas.microsoft.com/office/drawing/2014/main" id="{D45EA732-B3E5-5A9F-E328-D32578857E74}"/>
              </a:ext>
            </a:extLst>
          </p:cNvPr>
          <p:cNvSpPr/>
          <p:nvPr/>
        </p:nvSpPr>
        <p:spPr>
          <a:xfrm>
            <a:off x="3674643" y="6624400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89EF64-B242-556A-5858-6CA70390C889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45B0AD-ED2B-BE38-6AE5-619611DA9BA7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535982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6F30A-6B0D-74D9-FEFA-A12558CBA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rt 3">
            <a:extLst>
              <a:ext uri="{FF2B5EF4-FFF2-40B4-BE49-F238E27FC236}">
                <a16:creationId xmlns:a16="http://schemas.microsoft.com/office/drawing/2014/main" id="{6C583B60-54E5-535B-26E7-428CA8DC23B5}"/>
              </a:ext>
            </a:extLst>
          </p:cNvPr>
          <p:cNvSpPr/>
          <p:nvPr/>
        </p:nvSpPr>
        <p:spPr>
          <a:xfrm>
            <a:off x="1464343" y="7097654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Heart 5">
            <a:extLst>
              <a:ext uri="{FF2B5EF4-FFF2-40B4-BE49-F238E27FC236}">
                <a16:creationId xmlns:a16="http://schemas.microsoft.com/office/drawing/2014/main" id="{9C0A06EB-C8F3-788C-4817-3DEF3223F5B0}"/>
              </a:ext>
            </a:extLst>
          </p:cNvPr>
          <p:cNvSpPr/>
          <p:nvPr/>
        </p:nvSpPr>
        <p:spPr>
          <a:xfrm>
            <a:off x="2728331" y="5615412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Heart 7">
            <a:extLst>
              <a:ext uri="{FF2B5EF4-FFF2-40B4-BE49-F238E27FC236}">
                <a16:creationId xmlns:a16="http://schemas.microsoft.com/office/drawing/2014/main" id="{4FDC5D9D-AECE-CC8C-7AB9-2E6DC7F70FC7}"/>
              </a:ext>
            </a:extLst>
          </p:cNvPr>
          <p:cNvSpPr/>
          <p:nvPr/>
        </p:nvSpPr>
        <p:spPr>
          <a:xfrm>
            <a:off x="1500940" y="4072956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Heart 6">
            <a:extLst>
              <a:ext uri="{FF2B5EF4-FFF2-40B4-BE49-F238E27FC236}">
                <a16:creationId xmlns:a16="http://schemas.microsoft.com/office/drawing/2014/main" id="{07835C34-4E3C-03AB-3BC2-14E6A6C56989}"/>
              </a:ext>
            </a:extLst>
          </p:cNvPr>
          <p:cNvSpPr/>
          <p:nvPr/>
        </p:nvSpPr>
        <p:spPr>
          <a:xfrm>
            <a:off x="3961395" y="4063789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Heart 2">
            <a:extLst>
              <a:ext uri="{FF2B5EF4-FFF2-40B4-BE49-F238E27FC236}">
                <a16:creationId xmlns:a16="http://schemas.microsoft.com/office/drawing/2014/main" id="{FAE60DCF-2814-AF43-209A-037CCB7B0C9C}"/>
              </a:ext>
            </a:extLst>
          </p:cNvPr>
          <p:cNvSpPr/>
          <p:nvPr/>
        </p:nvSpPr>
        <p:spPr>
          <a:xfrm>
            <a:off x="3961395" y="7097654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E7A89B-8315-714D-4B70-E404485D6B2A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00AA37-4444-3F3F-1C2A-DE4700BDE6D1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702587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8E68C-C602-DFC7-319D-A1076520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rt 7">
            <a:extLst>
              <a:ext uri="{FF2B5EF4-FFF2-40B4-BE49-F238E27FC236}">
                <a16:creationId xmlns:a16="http://schemas.microsoft.com/office/drawing/2014/main" id="{F89B3768-81E8-CD26-2A63-EB2709AF4DC3}"/>
              </a:ext>
            </a:extLst>
          </p:cNvPr>
          <p:cNvSpPr/>
          <p:nvPr/>
        </p:nvSpPr>
        <p:spPr>
          <a:xfrm>
            <a:off x="1500936" y="3307335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Heart 6">
            <a:extLst>
              <a:ext uri="{FF2B5EF4-FFF2-40B4-BE49-F238E27FC236}">
                <a16:creationId xmlns:a16="http://schemas.microsoft.com/office/drawing/2014/main" id="{8084DCAC-5A96-BD40-8F8B-59AADDD432A7}"/>
              </a:ext>
            </a:extLst>
          </p:cNvPr>
          <p:cNvSpPr/>
          <p:nvPr/>
        </p:nvSpPr>
        <p:spPr>
          <a:xfrm>
            <a:off x="1500936" y="5463148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Heart 5">
            <a:extLst>
              <a:ext uri="{FF2B5EF4-FFF2-40B4-BE49-F238E27FC236}">
                <a16:creationId xmlns:a16="http://schemas.microsoft.com/office/drawing/2014/main" id="{27927416-7DF7-DB1D-7A7F-F7F7495D4B3A}"/>
              </a:ext>
            </a:extLst>
          </p:cNvPr>
          <p:cNvSpPr/>
          <p:nvPr/>
        </p:nvSpPr>
        <p:spPr>
          <a:xfrm>
            <a:off x="1500936" y="7668041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Heart 3">
            <a:extLst>
              <a:ext uri="{FF2B5EF4-FFF2-40B4-BE49-F238E27FC236}">
                <a16:creationId xmlns:a16="http://schemas.microsoft.com/office/drawing/2014/main" id="{FE7A8DDC-93CA-9A7B-4177-B975378E86F3}"/>
              </a:ext>
            </a:extLst>
          </p:cNvPr>
          <p:cNvSpPr/>
          <p:nvPr/>
        </p:nvSpPr>
        <p:spPr>
          <a:xfrm>
            <a:off x="3963406" y="7691627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Heart 2">
            <a:extLst>
              <a:ext uri="{FF2B5EF4-FFF2-40B4-BE49-F238E27FC236}">
                <a16:creationId xmlns:a16="http://schemas.microsoft.com/office/drawing/2014/main" id="{AB277A39-748F-5875-3495-47982B13E2AA}"/>
              </a:ext>
            </a:extLst>
          </p:cNvPr>
          <p:cNvSpPr/>
          <p:nvPr/>
        </p:nvSpPr>
        <p:spPr>
          <a:xfrm>
            <a:off x="3963401" y="5482836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Heart 8">
            <a:extLst>
              <a:ext uri="{FF2B5EF4-FFF2-40B4-BE49-F238E27FC236}">
                <a16:creationId xmlns:a16="http://schemas.microsoft.com/office/drawing/2014/main" id="{D9943863-D6EE-1A44-F3EE-D4B595A197CF}"/>
              </a:ext>
            </a:extLst>
          </p:cNvPr>
          <p:cNvSpPr/>
          <p:nvPr/>
        </p:nvSpPr>
        <p:spPr>
          <a:xfrm>
            <a:off x="3963401" y="3307335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7E1447-01CB-5F1C-37F0-18E3F1103B70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2D9536-734D-2750-268A-D68BDD70BBCD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3578376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3932B-27A6-88E6-19B7-11BC5483A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rt 3">
            <a:extLst>
              <a:ext uri="{FF2B5EF4-FFF2-40B4-BE49-F238E27FC236}">
                <a16:creationId xmlns:a16="http://schemas.microsoft.com/office/drawing/2014/main" id="{4433CE71-B94A-9724-1B33-7AACE40F2D68}"/>
              </a:ext>
            </a:extLst>
          </p:cNvPr>
          <p:cNvSpPr/>
          <p:nvPr/>
        </p:nvSpPr>
        <p:spPr>
          <a:xfrm>
            <a:off x="1500936" y="7595853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Heart 6">
            <a:extLst>
              <a:ext uri="{FF2B5EF4-FFF2-40B4-BE49-F238E27FC236}">
                <a16:creationId xmlns:a16="http://schemas.microsoft.com/office/drawing/2014/main" id="{FDCCF9CA-7225-7072-C8EA-B9F9B4FA0987}"/>
              </a:ext>
            </a:extLst>
          </p:cNvPr>
          <p:cNvSpPr/>
          <p:nvPr/>
        </p:nvSpPr>
        <p:spPr>
          <a:xfrm>
            <a:off x="896352" y="5494773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art 9">
            <a:extLst>
              <a:ext uri="{FF2B5EF4-FFF2-40B4-BE49-F238E27FC236}">
                <a16:creationId xmlns:a16="http://schemas.microsoft.com/office/drawing/2014/main" id="{A01697AC-8CB6-8240-71DF-75C44E4FBD79}"/>
              </a:ext>
            </a:extLst>
          </p:cNvPr>
          <p:cNvSpPr/>
          <p:nvPr/>
        </p:nvSpPr>
        <p:spPr>
          <a:xfrm>
            <a:off x="1500936" y="3337705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Heart 7">
            <a:extLst>
              <a:ext uri="{FF2B5EF4-FFF2-40B4-BE49-F238E27FC236}">
                <a16:creationId xmlns:a16="http://schemas.microsoft.com/office/drawing/2014/main" id="{91F86317-ACC0-DD38-1DC9-EC63E6D12F6E}"/>
              </a:ext>
            </a:extLst>
          </p:cNvPr>
          <p:cNvSpPr/>
          <p:nvPr/>
        </p:nvSpPr>
        <p:spPr>
          <a:xfrm>
            <a:off x="2732170" y="5502555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Heart 8">
            <a:extLst>
              <a:ext uri="{FF2B5EF4-FFF2-40B4-BE49-F238E27FC236}">
                <a16:creationId xmlns:a16="http://schemas.microsoft.com/office/drawing/2014/main" id="{7EE2815B-635D-D3B8-F6C9-71B6014979DC}"/>
              </a:ext>
            </a:extLst>
          </p:cNvPr>
          <p:cNvSpPr/>
          <p:nvPr/>
        </p:nvSpPr>
        <p:spPr>
          <a:xfrm>
            <a:off x="3963063" y="3355272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Heart 5">
            <a:extLst>
              <a:ext uri="{FF2B5EF4-FFF2-40B4-BE49-F238E27FC236}">
                <a16:creationId xmlns:a16="http://schemas.microsoft.com/office/drawing/2014/main" id="{AF1D3472-2F3A-B95B-1550-64122733EDC6}"/>
              </a:ext>
            </a:extLst>
          </p:cNvPr>
          <p:cNvSpPr/>
          <p:nvPr/>
        </p:nvSpPr>
        <p:spPr>
          <a:xfrm>
            <a:off x="4630984" y="5512340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Heart 2">
            <a:extLst>
              <a:ext uri="{FF2B5EF4-FFF2-40B4-BE49-F238E27FC236}">
                <a16:creationId xmlns:a16="http://schemas.microsoft.com/office/drawing/2014/main" id="{3B2EE2AC-1627-5D0A-EFF7-E05CB06257A1}"/>
              </a:ext>
            </a:extLst>
          </p:cNvPr>
          <p:cNvSpPr/>
          <p:nvPr/>
        </p:nvSpPr>
        <p:spPr>
          <a:xfrm>
            <a:off x="3963063" y="7724031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05A561-2C68-33E2-D6CA-7C9F995E8AD1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9C6606-CE5C-1173-16CA-7536146301EE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1338704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32140-AEB4-8842-483C-B9481D38F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rt 8">
            <a:extLst>
              <a:ext uri="{FF2B5EF4-FFF2-40B4-BE49-F238E27FC236}">
                <a16:creationId xmlns:a16="http://schemas.microsoft.com/office/drawing/2014/main" id="{F70ACEC4-DF09-2416-B0A6-0F2AD7E3E2D4}"/>
              </a:ext>
            </a:extLst>
          </p:cNvPr>
          <p:cNvSpPr/>
          <p:nvPr/>
        </p:nvSpPr>
        <p:spPr>
          <a:xfrm>
            <a:off x="4573171" y="3663323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Heart 3">
            <a:extLst>
              <a:ext uri="{FF2B5EF4-FFF2-40B4-BE49-F238E27FC236}">
                <a16:creationId xmlns:a16="http://schemas.microsoft.com/office/drawing/2014/main" id="{6F66F945-1DD4-7A59-2041-F7A7FA842FA0}"/>
              </a:ext>
            </a:extLst>
          </p:cNvPr>
          <p:cNvSpPr/>
          <p:nvPr/>
        </p:nvSpPr>
        <p:spPr>
          <a:xfrm>
            <a:off x="2726153" y="7533002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Heart 5">
            <a:extLst>
              <a:ext uri="{FF2B5EF4-FFF2-40B4-BE49-F238E27FC236}">
                <a16:creationId xmlns:a16="http://schemas.microsoft.com/office/drawing/2014/main" id="{59A93A62-F75C-2B6A-0139-3B49937D815C}"/>
              </a:ext>
            </a:extLst>
          </p:cNvPr>
          <p:cNvSpPr/>
          <p:nvPr/>
        </p:nvSpPr>
        <p:spPr>
          <a:xfrm>
            <a:off x="891167" y="7521588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Heart 7">
            <a:extLst>
              <a:ext uri="{FF2B5EF4-FFF2-40B4-BE49-F238E27FC236}">
                <a16:creationId xmlns:a16="http://schemas.microsoft.com/office/drawing/2014/main" id="{49041571-8E3C-5376-E338-D88A69BB1598}"/>
              </a:ext>
            </a:extLst>
          </p:cNvPr>
          <p:cNvSpPr/>
          <p:nvPr/>
        </p:nvSpPr>
        <p:spPr>
          <a:xfrm>
            <a:off x="1789697" y="5472149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art 10">
            <a:extLst>
              <a:ext uri="{FF2B5EF4-FFF2-40B4-BE49-F238E27FC236}">
                <a16:creationId xmlns:a16="http://schemas.microsoft.com/office/drawing/2014/main" id="{AA94AD82-0AC7-19CA-0A42-8936829E6C22}"/>
              </a:ext>
            </a:extLst>
          </p:cNvPr>
          <p:cNvSpPr/>
          <p:nvPr/>
        </p:nvSpPr>
        <p:spPr>
          <a:xfrm>
            <a:off x="891167" y="3663323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art 9">
            <a:extLst>
              <a:ext uri="{FF2B5EF4-FFF2-40B4-BE49-F238E27FC236}">
                <a16:creationId xmlns:a16="http://schemas.microsoft.com/office/drawing/2014/main" id="{1DB770A4-4DBC-CB28-6CF3-5EBF76BFA91E}"/>
              </a:ext>
            </a:extLst>
          </p:cNvPr>
          <p:cNvSpPr/>
          <p:nvPr/>
        </p:nvSpPr>
        <p:spPr>
          <a:xfrm>
            <a:off x="2769929" y="3632024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Heart 6">
            <a:extLst>
              <a:ext uri="{FF2B5EF4-FFF2-40B4-BE49-F238E27FC236}">
                <a16:creationId xmlns:a16="http://schemas.microsoft.com/office/drawing/2014/main" id="{E7A56C98-3EE6-0FA8-0559-69812404C62B}"/>
              </a:ext>
            </a:extLst>
          </p:cNvPr>
          <p:cNvSpPr/>
          <p:nvPr/>
        </p:nvSpPr>
        <p:spPr>
          <a:xfrm>
            <a:off x="3674643" y="5492876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Heart 2">
            <a:extLst>
              <a:ext uri="{FF2B5EF4-FFF2-40B4-BE49-F238E27FC236}">
                <a16:creationId xmlns:a16="http://schemas.microsoft.com/office/drawing/2014/main" id="{A5EF66E9-A6B0-9F77-B837-4A8290002AB2}"/>
              </a:ext>
            </a:extLst>
          </p:cNvPr>
          <p:cNvSpPr/>
          <p:nvPr/>
        </p:nvSpPr>
        <p:spPr>
          <a:xfrm>
            <a:off x="4573171" y="7593778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71C574-82F3-B658-AF3A-8DC3021D54EE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04A30F-8C05-4F97-78ED-6B1E43F8DE37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270251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A879D-D57C-F123-1D62-4D8995A9D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Heart 11">
            <a:extLst>
              <a:ext uri="{FF2B5EF4-FFF2-40B4-BE49-F238E27FC236}">
                <a16:creationId xmlns:a16="http://schemas.microsoft.com/office/drawing/2014/main" id="{C2FA899E-1870-00EC-35A9-740FED94A37A}"/>
              </a:ext>
            </a:extLst>
          </p:cNvPr>
          <p:cNvSpPr/>
          <p:nvPr/>
        </p:nvSpPr>
        <p:spPr>
          <a:xfrm>
            <a:off x="883977" y="7586233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art 10">
            <a:extLst>
              <a:ext uri="{FF2B5EF4-FFF2-40B4-BE49-F238E27FC236}">
                <a16:creationId xmlns:a16="http://schemas.microsoft.com/office/drawing/2014/main" id="{787E0A0D-228F-0A0F-6416-D8AC0ED07D35}"/>
              </a:ext>
            </a:extLst>
          </p:cNvPr>
          <p:cNvSpPr/>
          <p:nvPr/>
        </p:nvSpPr>
        <p:spPr>
          <a:xfrm>
            <a:off x="861919" y="5510679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art 9">
            <a:extLst>
              <a:ext uri="{FF2B5EF4-FFF2-40B4-BE49-F238E27FC236}">
                <a16:creationId xmlns:a16="http://schemas.microsoft.com/office/drawing/2014/main" id="{E444EC02-1BBC-7535-CBD5-1298D011FB09}"/>
              </a:ext>
            </a:extLst>
          </p:cNvPr>
          <p:cNvSpPr/>
          <p:nvPr/>
        </p:nvSpPr>
        <p:spPr>
          <a:xfrm>
            <a:off x="893001" y="3451846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Heart 8">
            <a:extLst>
              <a:ext uri="{FF2B5EF4-FFF2-40B4-BE49-F238E27FC236}">
                <a16:creationId xmlns:a16="http://schemas.microsoft.com/office/drawing/2014/main" id="{4C83373A-5A08-0B5C-4F2D-1715A9602C52}"/>
              </a:ext>
            </a:extLst>
          </p:cNvPr>
          <p:cNvSpPr/>
          <p:nvPr/>
        </p:nvSpPr>
        <p:spPr>
          <a:xfrm>
            <a:off x="2732169" y="3440828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Heart 7">
            <a:extLst>
              <a:ext uri="{FF2B5EF4-FFF2-40B4-BE49-F238E27FC236}">
                <a16:creationId xmlns:a16="http://schemas.microsoft.com/office/drawing/2014/main" id="{4022224D-24B8-1756-7DA4-094F55467957}"/>
              </a:ext>
            </a:extLst>
          </p:cNvPr>
          <p:cNvSpPr/>
          <p:nvPr/>
        </p:nvSpPr>
        <p:spPr>
          <a:xfrm>
            <a:off x="2732169" y="5525210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Heart 6">
            <a:extLst>
              <a:ext uri="{FF2B5EF4-FFF2-40B4-BE49-F238E27FC236}">
                <a16:creationId xmlns:a16="http://schemas.microsoft.com/office/drawing/2014/main" id="{EDBC0019-E119-0160-A858-FB8624B7D840}"/>
              </a:ext>
            </a:extLst>
          </p:cNvPr>
          <p:cNvSpPr/>
          <p:nvPr/>
        </p:nvSpPr>
        <p:spPr>
          <a:xfrm>
            <a:off x="2710111" y="7586233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Heart 5">
            <a:extLst>
              <a:ext uri="{FF2B5EF4-FFF2-40B4-BE49-F238E27FC236}">
                <a16:creationId xmlns:a16="http://schemas.microsoft.com/office/drawing/2014/main" id="{29580869-63A1-2F9D-2660-FFFE5417DF2F}"/>
              </a:ext>
            </a:extLst>
          </p:cNvPr>
          <p:cNvSpPr/>
          <p:nvPr/>
        </p:nvSpPr>
        <p:spPr>
          <a:xfrm>
            <a:off x="4574349" y="7514044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Heart 3">
            <a:extLst>
              <a:ext uri="{FF2B5EF4-FFF2-40B4-BE49-F238E27FC236}">
                <a16:creationId xmlns:a16="http://schemas.microsoft.com/office/drawing/2014/main" id="{D5AB25E4-55B0-3704-F942-5A032107C237}"/>
              </a:ext>
            </a:extLst>
          </p:cNvPr>
          <p:cNvSpPr/>
          <p:nvPr/>
        </p:nvSpPr>
        <p:spPr>
          <a:xfrm>
            <a:off x="4574349" y="5510679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Heart 2">
            <a:extLst>
              <a:ext uri="{FF2B5EF4-FFF2-40B4-BE49-F238E27FC236}">
                <a16:creationId xmlns:a16="http://schemas.microsoft.com/office/drawing/2014/main" id="{8109EA41-9EE4-C8E2-2BB8-C57C47D12E64}"/>
              </a:ext>
            </a:extLst>
          </p:cNvPr>
          <p:cNvSpPr/>
          <p:nvPr/>
        </p:nvSpPr>
        <p:spPr>
          <a:xfrm>
            <a:off x="4626464" y="3432330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7E8B9C-0A6E-5F6C-AC8A-958C616BBD16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AEFCF0-0441-6BB6-5B21-0D2938D5B2C4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210687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F176F-DDD6-C4FE-0770-DF73EDAE0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eart 12">
            <a:extLst>
              <a:ext uri="{FF2B5EF4-FFF2-40B4-BE49-F238E27FC236}">
                <a16:creationId xmlns:a16="http://schemas.microsoft.com/office/drawing/2014/main" id="{5E571C0A-9BAC-DB99-B6F7-A3C692698053}"/>
              </a:ext>
            </a:extLst>
          </p:cNvPr>
          <p:cNvSpPr/>
          <p:nvPr/>
        </p:nvSpPr>
        <p:spPr>
          <a:xfrm>
            <a:off x="2726154" y="8514028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art 10">
            <a:extLst>
              <a:ext uri="{FF2B5EF4-FFF2-40B4-BE49-F238E27FC236}">
                <a16:creationId xmlns:a16="http://schemas.microsoft.com/office/drawing/2014/main" id="{5C814868-D729-29AF-1931-ABCF86FDDCCE}"/>
              </a:ext>
            </a:extLst>
          </p:cNvPr>
          <p:cNvSpPr/>
          <p:nvPr/>
        </p:nvSpPr>
        <p:spPr>
          <a:xfrm>
            <a:off x="4563144" y="7578230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Heart 11">
            <a:extLst>
              <a:ext uri="{FF2B5EF4-FFF2-40B4-BE49-F238E27FC236}">
                <a16:creationId xmlns:a16="http://schemas.microsoft.com/office/drawing/2014/main" id="{AC868D37-3706-A5DD-1E28-3081EC611D16}"/>
              </a:ext>
            </a:extLst>
          </p:cNvPr>
          <p:cNvSpPr/>
          <p:nvPr/>
        </p:nvSpPr>
        <p:spPr>
          <a:xfrm>
            <a:off x="871117" y="7521606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Heart 8">
            <a:extLst>
              <a:ext uri="{FF2B5EF4-FFF2-40B4-BE49-F238E27FC236}">
                <a16:creationId xmlns:a16="http://schemas.microsoft.com/office/drawing/2014/main" id="{ABCEE815-0012-E5DC-C9F9-89F7C8D04B73}"/>
              </a:ext>
            </a:extLst>
          </p:cNvPr>
          <p:cNvSpPr/>
          <p:nvPr/>
        </p:nvSpPr>
        <p:spPr>
          <a:xfrm>
            <a:off x="2722141" y="6545383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Heart 7">
            <a:extLst>
              <a:ext uri="{FF2B5EF4-FFF2-40B4-BE49-F238E27FC236}">
                <a16:creationId xmlns:a16="http://schemas.microsoft.com/office/drawing/2014/main" id="{EB0DD775-40B5-8D53-F1E8-DF5F8F684BEA}"/>
              </a:ext>
            </a:extLst>
          </p:cNvPr>
          <p:cNvSpPr/>
          <p:nvPr/>
        </p:nvSpPr>
        <p:spPr>
          <a:xfrm>
            <a:off x="4563144" y="5520104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art 9">
            <a:extLst>
              <a:ext uri="{FF2B5EF4-FFF2-40B4-BE49-F238E27FC236}">
                <a16:creationId xmlns:a16="http://schemas.microsoft.com/office/drawing/2014/main" id="{96DD6B83-F385-E7D9-D683-2C9BA63E5CD8}"/>
              </a:ext>
            </a:extLst>
          </p:cNvPr>
          <p:cNvSpPr/>
          <p:nvPr/>
        </p:nvSpPr>
        <p:spPr>
          <a:xfrm>
            <a:off x="871117" y="5520104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Heart 5">
            <a:extLst>
              <a:ext uri="{FF2B5EF4-FFF2-40B4-BE49-F238E27FC236}">
                <a16:creationId xmlns:a16="http://schemas.microsoft.com/office/drawing/2014/main" id="{DA15543B-8BAC-A0FD-8941-B73E0C62712F}"/>
              </a:ext>
            </a:extLst>
          </p:cNvPr>
          <p:cNvSpPr/>
          <p:nvPr/>
        </p:nvSpPr>
        <p:spPr>
          <a:xfrm>
            <a:off x="2712118" y="4511179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Heart 3">
            <a:extLst>
              <a:ext uri="{FF2B5EF4-FFF2-40B4-BE49-F238E27FC236}">
                <a16:creationId xmlns:a16="http://schemas.microsoft.com/office/drawing/2014/main" id="{96A70406-8F53-FAE0-8CD2-EACA2A9A97E3}"/>
              </a:ext>
            </a:extLst>
          </p:cNvPr>
          <p:cNvSpPr/>
          <p:nvPr/>
        </p:nvSpPr>
        <p:spPr>
          <a:xfrm>
            <a:off x="4563144" y="3472191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Heart 6">
            <a:extLst>
              <a:ext uri="{FF2B5EF4-FFF2-40B4-BE49-F238E27FC236}">
                <a16:creationId xmlns:a16="http://schemas.microsoft.com/office/drawing/2014/main" id="{5D06FB35-B4E5-467B-5C19-A4D1E5CE268B}"/>
              </a:ext>
            </a:extLst>
          </p:cNvPr>
          <p:cNvSpPr/>
          <p:nvPr/>
        </p:nvSpPr>
        <p:spPr>
          <a:xfrm>
            <a:off x="880141" y="3440585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Heart 2">
            <a:extLst>
              <a:ext uri="{FF2B5EF4-FFF2-40B4-BE49-F238E27FC236}">
                <a16:creationId xmlns:a16="http://schemas.microsoft.com/office/drawing/2014/main" id="{6AFE8D8B-DCA4-BD9E-E500-1C4F2179D313}"/>
              </a:ext>
            </a:extLst>
          </p:cNvPr>
          <p:cNvSpPr/>
          <p:nvPr/>
        </p:nvSpPr>
        <p:spPr>
          <a:xfrm>
            <a:off x="2732167" y="2470345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4AE4C0-6CCE-6839-356C-51688E20B190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2BB076-48EA-BB3A-7EFA-C656BFB8BEF7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6369855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40492-89EF-493C-0D33-64CB21386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rt 5">
            <a:extLst>
              <a:ext uri="{FF2B5EF4-FFF2-40B4-BE49-F238E27FC236}">
                <a16:creationId xmlns:a16="http://schemas.microsoft.com/office/drawing/2014/main" id="{5606ED7E-2C4C-CE2E-2342-C740C588BEFA}"/>
              </a:ext>
            </a:extLst>
          </p:cNvPr>
          <p:cNvSpPr/>
          <p:nvPr/>
        </p:nvSpPr>
        <p:spPr>
          <a:xfrm rot="10800000">
            <a:off x="3674641" y="10085685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Heart 6">
            <a:extLst>
              <a:ext uri="{FF2B5EF4-FFF2-40B4-BE49-F238E27FC236}">
                <a16:creationId xmlns:a16="http://schemas.microsoft.com/office/drawing/2014/main" id="{F4A6AAAE-2327-A1BD-AF74-6B6D0D831DA7}"/>
              </a:ext>
            </a:extLst>
          </p:cNvPr>
          <p:cNvSpPr/>
          <p:nvPr/>
        </p:nvSpPr>
        <p:spPr>
          <a:xfrm>
            <a:off x="1811671" y="485653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54EDF1-7E52-DE46-FD81-94C99E2E3A0D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17D504-902C-B5EC-935F-C8CDAA6D20BE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</a:t>
            </a:r>
          </a:p>
        </p:txBody>
      </p:sp>
      <p:pic>
        <p:nvPicPr>
          <p:cNvPr id="34824" name="Picture 8" descr="Jester Silhouettes Vector Images (over 960)">
            <a:extLst>
              <a:ext uri="{FF2B5EF4-FFF2-40B4-BE49-F238E27FC236}">
                <a16:creationId xmlns:a16="http://schemas.microsoft.com/office/drawing/2014/main" id="{BFF5A61D-65E7-5063-4970-1D414B3C9D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54"/>
          <a:stretch>
            <a:fillRect/>
          </a:stretch>
        </p:blipFill>
        <p:spPr bwMode="auto">
          <a:xfrm>
            <a:off x="1014663" y="2975700"/>
            <a:ext cx="4828674" cy="624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60534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FE405-B950-4FA1-EC1A-B03109682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rt 5">
            <a:extLst>
              <a:ext uri="{FF2B5EF4-FFF2-40B4-BE49-F238E27FC236}">
                <a16:creationId xmlns:a16="http://schemas.microsoft.com/office/drawing/2014/main" id="{B6CE8D56-F8E8-0729-4863-A560CC453CC8}"/>
              </a:ext>
            </a:extLst>
          </p:cNvPr>
          <p:cNvSpPr/>
          <p:nvPr/>
        </p:nvSpPr>
        <p:spPr>
          <a:xfrm rot="10800000">
            <a:off x="3341940" y="10088122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Heart 6">
            <a:extLst>
              <a:ext uri="{FF2B5EF4-FFF2-40B4-BE49-F238E27FC236}">
                <a16:creationId xmlns:a16="http://schemas.microsoft.com/office/drawing/2014/main" id="{3D6B6F68-4663-2B1C-FF07-842A0D6F8BEF}"/>
              </a:ext>
            </a:extLst>
          </p:cNvPr>
          <p:cNvSpPr/>
          <p:nvPr/>
        </p:nvSpPr>
        <p:spPr>
          <a:xfrm>
            <a:off x="2122400" y="570784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EA264B-528A-8A20-8850-17C49AB8F6C9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FC15BD-DA63-2B6A-86C7-7F99B8AB8729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</a:t>
            </a:r>
          </a:p>
        </p:txBody>
      </p:sp>
      <p:pic>
        <p:nvPicPr>
          <p:cNvPr id="33866" name="Picture 74" descr="Guillotine stencil by Longquang">
            <a:extLst>
              <a:ext uri="{FF2B5EF4-FFF2-40B4-BE49-F238E27FC236}">
                <a16:creationId xmlns:a16="http://schemas.microsoft.com/office/drawing/2014/main" id="{F2BE35D5-A692-8100-0C69-933BCCAC8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208" y="3848100"/>
            <a:ext cx="5981700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77729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5CF24-FF1B-581C-A16F-ACE44EA23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rt 5">
            <a:extLst>
              <a:ext uri="{FF2B5EF4-FFF2-40B4-BE49-F238E27FC236}">
                <a16:creationId xmlns:a16="http://schemas.microsoft.com/office/drawing/2014/main" id="{25CEBFE8-E4B1-4457-65C5-0DB15DBA75C4}"/>
              </a:ext>
            </a:extLst>
          </p:cNvPr>
          <p:cNvSpPr/>
          <p:nvPr/>
        </p:nvSpPr>
        <p:spPr>
          <a:xfrm rot="10800000">
            <a:off x="3341940" y="10184767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Heart 6">
            <a:extLst>
              <a:ext uri="{FF2B5EF4-FFF2-40B4-BE49-F238E27FC236}">
                <a16:creationId xmlns:a16="http://schemas.microsoft.com/office/drawing/2014/main" id="{2254A3B4-8CC4-7809-8167-C5759B0C8596}"/>
              </a:ext>
            </a:extLst>
          </p:cNvPr>
          <p:cNvSpPr/>
          <p:nvPr/>
        </p:nvSpPr>
        <p:spPr>
          <a:xfrm>
            <a:off x="2122400" y="531091"/>
            <a:ext cx="1393658" cy="1651722"/>
          </a:xfrm>
          <a:prstGeom prst="heart">
            <a:avLst/>
          </a:prstGeom>
          <a:solidFill>
            <a:srgbClr val="E42E0A"/>
          </a:solidFill>
          <a:ln>
            <a:solidFill>
              <a:srgbClr val="E42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A711B1-175F-2B6D-C02C-11964278AB73}"/>
              </a:ext>
            </a:extLst>
          </p:cNvPr>
          <p:cNvSpPr txBox="1"/>
          <p:nvPr/>
        </p:nvSpPr>
        <p:spPr>
          <a:xfrm>
            <a:off x="0" y="0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0B339A-EFF5-E939-67B6-E4AA91C7B69A}"/>
              </a:ext>
            </a:extLst>
          </p:cNvPr>
          <p:cNvSpPr txBox="1"/>
          <p:nvPr/>
        </p:nvSpPr>
        <p:spPr>
          <a:xfrm rot="10800000">
            <a:off x="4371473" y="9791343"/>
            <a:ext cx="24865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solidFill>
                  <a:srgbClr val="E42E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</a:t>
            </a:r>
          </a:p>
        </p:txBody>
      </p:sp>
      <p:pic>
        <p:nvPicPr>
          <p:cNvPr id="32778" name="Picture 10" descr="Illustration Vectorielle De La Silhouette D'un Mousquetaire Armé Clip Art  Libres De Droits, Svg, Vecteurs Et Illustration. Image 88524109">
            <a:extLst>
              <a:ext uri="{FF2B5EF4-FFF2-40B4-BE49-F238E27FC236}">
                <a16:creationId xmlns:a16="http://schemas.microsoft.com/office/drawing/2014/main" id="{0B38C92D-E8C1-158D-421E-7FB10879A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0015" y="3511977"/>
            <a:ext cx="3652086" cy="5168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40195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8" name="Picture 24" descr="Classical seamless pattern creative vectors set 11 free download">
            <a:extLst>
              <a:ext uri="{FF2B5EF4-FFF2-40B4-BE49-F238E27FC236}">
                <a16:creationId xmlns:a16="http://schemas.microsoft.com/office/drawing/2014/main" id="{A04D51A7-3256-25F1-C838-4E98005AD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445168"/>
            <a:ext cx="5715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4" descr="Classical seamless pattern creative vectors set 11 free download">
            <a:extLst>
              <a:ext uri="{FF2B5EF4-FFF2-40B4-BE49-F238E27FC236}">
                <a16:creationId xmlns:a16="http://schemas.microsoft.com/office/drawing/2014/main" id="{821E97ED-9236-2A6B-FDE0-9A822B9D5D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7"/>
          <a:stretch>
            <a:fillRect/>
          </a:stretch>
        </p:blipFill>
        <p:spPr bwMode="auto">
          <a:xfrm rot="10800000">
            <a:off x="1630279" y="6031832"/>
            <a:ext cx="4656221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4" descr="Classical seamless pattern creative vectors set 11 free download">
            <a:extLst>
              <a:ext uri="{FF2B5EF4-FFF2-40B4-BE49-F238E27FC236}">
                <a16:creationId xmlns:a16="http://schemas.microsoft.com/office/drawing/2014/main" id="{9768F43C-30AD-A74E-5C0A-56C2483778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7" r="60210"/>
          <a:stretch>
            <a:fillRect/>
          </a:stretch>
        </p:blipFill>
        <p:spPr bwMode="auto">
          <a:xfrm rot="10800000">
            <a:off x="571499" y="6031832"/>
            <a:ext cx="1215189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0384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884dd1a-1fc4-43ed-b58d-85a6d360930b}" enabled="1" method="Standard" siteId="{52aa4300-0c9b-44f7-8b8d-23228882201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100</Words>
  <Application>Microsoft Office PowerPoint</Application>
  <PresentationFormat>Widescreen</PresentationFormat>
  <Paragraphs>100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8" baseType="lpstr">
      <vt:lpstr>Aptos</vt:lpstr>
      <vt:lpstr>Aptos Display</vt:lpstr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Austin Thomas</dc:creator>
  <cp:lastModifiedBy>Austin Thomas</cp:lastModifiedBy>
  <cp:revision>6</cp:revision>
  <dcterms:created xsi:type="dcterms:W3CDTF">2025-07-23T16:25:26Z</dcterms:created>
  <dcterms:modified xsi:type="dcterms:W3CDTF">2025-07-23T19:11:34Z</dcterms:modified>
</cp:coreProperties>
</file>